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60" r:id="rId3"/>
    <p:sldId id="259" r:id="rId4"/>
  </p:sldIdLst>
  <p:sldSz cx="71993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0"/>
    <p:restoredTop sz="96331"/>
  </p:normalViewPr>
  <p:slideViewPr>
    <p:cSldViewPr snapToGrid="0">
      <p:cViewPr varScale="1">
        <p:scale>
          <a:sx n="128" d="100"/>
          <a:sy n="128" d="100"/>
        </p:scale>
        <p:origin x="2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2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1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6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7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1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1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6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7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5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5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3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8E322-D2FC-CC4F-848A-FCF73E35E421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E47E15-7667-5F4C-B329-83D17ACFF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88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145931E-33A6-4E5B-F969-0B6D134B48EE}"/>
              </a:ext>
            </a:extLst>
          </p:cNvPr>
          <p:cNvSpPr/>
          <p:nvPr/>
        </p:nvSpPr>
        <p:spPr>
          <a:xfrm>
            <a:off x="3833089" y="129071"/>
            <a:ext cx="1557867" cy="54864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0C54ADD-3524-CE80-EEDC-B9849F1487A2}"/>
              </a:ext>
            </a:extLst>
          </p:cNvPr>
          <p:cNvSpPr/>
          <p:nvPr/>
        </p:nvSpPr>
        <p:spPr>
          <a:xfrm>
            <a:off x="3793644" y="2331353"/>
            <a:ext cx="1620000" cy="43618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EarthData</a:t>
            </a:r>
            <a:r>
              <a:rPr lang="en-US" sz="1200" dirty="0"/>
              <a:t> Credentials</a:t>
            </a:r>
          </a:p>
        </p:txBody>
      </p:sp>
      <p:sp>
        <p:nvSpPr>
          <p:cNvPr id="8" name="Data 7">
            <a:extLst>
              <a:ext uri="{FF2B5EF4-FFF2-40B4-BE49-F238E27FC236}">
                <a16:creationId xmlns:a16="http://schemas.microsoft.com/office/drawing/2014/main" id="{51E0803D-EDDC-7C2F-E25D-361184F59B71}"/>
              </a:ext>
            </a:extLst>
          </p:cNvPr>
          <p:cNvSpPr/>
          <p:nvPr/>
        </p:nvSpPr>
        <p:spPr>
          <a:xfrm>
            <a:off x="3874018" y="934941"/>
            <a:ext cx="1476000" cy="43618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AOI Geometry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6AD058-6568-0DD4-7856-F9BCE8A84419}"/>
              </a:ext>
            </a:extLst>
          </p:cNvPr>
          <p:cNvSpPr/>
          <p:nvPr/>
        </p:nvSpPr>
        <p:spPr>
          <a:xfrm>
            <a:off x="3900854" y="3022823"/>
            <a:ext cx="1405580" cy="455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EarthData</a:t>
            </a:r>
            <a:r>
              <a:rPr lang="en-US" sz="1200" dirty="0"/>
              <a:t> Authentication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3BB935-D7CA-F8E6-36E2-18BF7306C0AE}"/>
              </a:ext>
            </a:extLst>
          </p:cNvPr>
          <p:cNvSpPr/>
          <p:nvPr/>
        </p:nvSpPr>
        <p:spPr>
          <a:xfrm>
            <a:off x="3903587" y="1626548"/>
            <a:ext cx="1405580" cy="4554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Validate Geometry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9F5E00-4613-88B4-96C6-651E524144A0}"/>
              </a:ext>
            </a:extLst>
          </p:cNvPr>
          <p:cNvSpPr/>
          <p:nvPr/>
        </p:nvSpPr>
        <p:spPr>
          <a:xfrm>
            <a:off x="3889252" y="3711269"/>
            <a:ext cx="1428785" cy="455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Query Granules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67E41-2967-79B3-2598-5D023B3C0D4B}"/>
              </a:ext>
            </a:extLst>
          </p:cNvPr>
          <p:cNvSpPr/>
          <p:nvPr/>
        </p:nvSpPr>
        <p:spPr>
          <a:xfrm>
            <a:off x="1215116" y="7599608"/>
            <a:ext cx="1428785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 Granules Locally</a:t>
            </a:r>
          </a:p>
        </p:txBody>
      </p:sp>
      <p:sp>
        <p:nvSpPr>
          <p:cNvPr id="19" name="Decision 18">
            <a:extLst>
              <a:ext uri="{FF2B5EF4-FFF2-40B4-BE49-F238E27FC236}">
                <a16:creationId xmlns:a16="http://schemas.microsoft.com/office/drawing/2014/main" id="{AC5E4B0E-6AE2-A5DF-CFD2-B063B0411EBD}"/>
              </a:ext>
            </a:extLst>
          </p:cNvPr>
          <p:cNvSpPr/>
          <p:nvPr/>
        </p:nvSpPr>
        <p:spPr>
          <a:xfrm>
            <a:off x="3740913" y="4413209"/>
            <a:ext cx="1725461" cy="963431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AOI Contains Granules?</a:t>
            </a:r>
          </a:p>
        </p:txBody>
      </p:sp>
      <p:sp>
        <p:nvSpPr>
          <p:cNvPr id="20" name="Data 19">
            <a:extLst>
              <a:ext uri="{FF2B5EF4-FFF2-40B4-BE49-F238E27FC236}">
                <a16:creationId xmlns:a16="http://schemas.microsoft.com/office/drawing/2014/main" id="{056F0F86-CE39-0B18-F982-80A3F1924C41}"/>
              </a:ext>
            </a:extLst>
          </p:cNvPr>
          <p:cNvSpPr/>
          <p:nvPr/>
        </p:nvSpPr>
        <p:spPr>
          <a:xfrm>
            <a:off x="5495678" y="934941"/>
            <a:ext cx="1620000" cy="43618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Choice of Dataset(s)</a:t>
            </a:r>
          </a:p>
        </p:txBody>
      </p:sp>
      <p:sp>
        <p:nvSpPr>
          <p:cNvPr id="22" name="Decision 21">
            <a:extLst>
              <a:ext uri="{FF2B5EF4-FFF2-40B4-BE49-F238E27FC236}">
                <a16:creationId xmlns:a16="http://schemas.microsoft.com/office/drawing/2014/main" id="{C64B0C27-4AF0-1E87-4870-0B46B574EC3A}"/>
              </a:ext>
            </a:extLst>
          </p:cNvPr>
          <p:cNvSpPr/>
          <p:nvPr/>
        </p:nvSpPr>
        <p:spPr>
          <a:xfrm>
            <a:off x="2626231" y="5380537"/>
            <a:ext cx="1563508" cy="963431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Every Dataset?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5CFDC0-2A02-559D-12BA-D0FF8C5616BA}"/>
              </a:ext>
            </a:extLst>
          </p:cNvPr>
          <p:cNvSpPr/>
          <p:nvPr/>
        </p:nvSpPr>
        <p:spPr>
          <a:xfrm>
            <a:off x="5623946" y="8072431"/>
            <a:ext cx="1363464" cy="54864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Stop</a:t>
            </a:r>
          </a:p>
        </p:txBody>
      </p:sp>
      <p:sp>
        <p:nvSpPr>
          <p:cNvPr id="24" name="Data 23">
            <a:extLst>
              <a:ext uri="{FF2B5EF4-FFF2-40B4-BE49-F238E27FC236}">
                <a16:creationId xmlns:a16="http://schemas.microsoft.com/office/drawing/2014/main" id="{36A44BC7-AD30-ADA0-2C38-E66C4F2E544F}"/>
              </a:ext>
            </a:extLst>
          </p:cNvPr>
          <p:cNvSpPr/>
          <p:nvPr/>
        </p:nvSpPr>
        <p:spPr>
          <a:xfrm>
            <a:off x="3793643" y="6343969"/>
            <a:ext cx="1620000" cy="448693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Print Message</a:t>
            </a:r>
          </a:p>
        </p:txBody>
      </p:sp>
      <p:sp>
        <p:nvSpPr>
          <p:cNvPr id="28" name="Data 27">
            <a:extLst>
              <a:ext uri="{FF2B5EF4-FFF2-40B4-BE49-F238E27FC236}">
                <a16:creationId xmlns:a16="http://schemas.microsoft.com/office/drawing/2014/main" id="{4E328856-41C0-B7CE-AF86-40A5FDAAAF5D}"/>
              </a:ext>
            </a:extLst>
          </p:cNvPr>
          <p:cNvSpPr/>
          <p:nvPr/>
        </p:nvSpPr>
        <p:spPr>
          <a:xfrm>
            <a:off x="902489" y="6792662"/>
            <a:ext cx="2056327" cy="558003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Print </a:t>
            </a:r>
          </a:p>
          <a:p>
            <a:pPr algn="ctr"/>
            <a:r>
              <a:rPr lang="en-US" sz="1200" dirty="0"/>
              <a:t>Pre-Download Info</a:t>
            </a:r>
          </a:p>
        </p:txBody>
      </p:sp>
      <p:sp>
        <p:nvSpPr>
          <p:cNvPr id="30" name="Decision 29">
            <a:extLst>
              <a:ext uri="{FF2B5EF4-FFF2-40B4-BE49-F238E27FC236}">
                <a16:creationId xmlns:a16="http://schemas.microsoft.com/office/drawing/2014/main" id="{03EEAA70-9C11-03C2-DD90-5C38F811E2AF}"/>
              </a:ext>
            </a:extLst>
          </p:cNvPr>
          <p:cNvSpPr/>
          <p:nvPr/>
        </p:nvSpPr>
        <p:spPr>
          <a:xfrm>
            <a:off x="936820" y="8397191"/>
            <a:ext cx="1987663" cy="887143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Download Successful?</a:t>
            </a:r>
          </a:p>
        </p:txBody>
      </p:sp>
      <p:sp>
        <p:nvSpPr>
          <p:cNvPr id="32" name="Data 31">
            <a:extLst>
              <a:ext uri="{FF2B5EF4-FFF2-40B4-BE49-F238E27FC236}">
                <a16:creationId xmlns:a16="http://schemas.microsoft.com/office/drawing/2014/main" id="{9B74F60C-A019-8A20-C482-1A7AD021D43E}"/>
              </a:ext>
            </a:extLst>
          </p:cNvPr>
          <p:cNvSpPr/>
          <p:nvPr/>
        </p:nvSpPr>
        <p:spPr>
          <a:xfrm>
            <a:off x="902489" y="9528594"/>
            <a:ext cx="2056327" cy="558003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Print </a:t>
            </a:r>
          </a:p>
          <a:p>
            <a:pPr algn="ctr"/>
            <a:r>
              <a:rPr lang="en-US" sz="1200" dirty="0"/>
              <a:t>Post-Download Info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F7F6657-4ADA-60F0-3376-07FE63EBA6CE}"/>
              </a:ext>
            </a:extLst>
          </p:cNvPr>
          <p:cNvCxnSpPr>
            <a:cxnSpLocks/>
            <a:stCxn id="6" idx="4"/>
            <a:endCxn id="20" idx="1"/>
          </p:cNvCxnSpPr>
          <p:nvPr/>
        </p:nvCxnSpPr>
        <p:spPr>
          <a:xfrm rot="16200000" flipH="1">
            <a:off x="5330235" y="-40502"/>
            <a:ext cx="257230" cy="16936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48FCC5DA-049A-B675-9382-EFEC8FC9A5E5}"/>
              </a:ext>
            </a:extLst>
          </p:cNvPr>
          <p:cNvCxnSpPr>
            <a:cxnSpLocks/>
            <a:stCxn id="6" idx="4"/>
            <a:endCxn id="8" idx="1"/>
          </p:cNvCxnSpPr>
          <p:nvPr/>
        </p:nvCxnSpPr>
        <p:spPr>
          <a:xfrm rot="5400000">
            <a:off x="4483406" y="806324"/>
            <a:ext cx="257230" cy="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EF3C896-868F-080F-3D71-64058882F8FA}"/>
              </a:ext>
            </a:extLst>
          </p:cNvPr>
          <p:cNvCxnSpPr>
            <a:cxnSpLocks/>
            <a:stCxn id="8" idx="4"/>
            <a:endCxn id="10" idx="0"/>
          </p:cNvCxnSpPr>
          <p:nvPr/>
        </p:nvCxnSpPr>
        <p:spPr>
          <a:xfrm flipH="1">
            <a:off x="4606377" y="1371126"/>
            <a:ext cx="5641" cy="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13B3951-3ABA-D50E-463F-8CEA09F4CBEB}"/>
              </a:ext>
            </a:extLst>
          </p:cNvPr>
          <p:cNvCxnSpPr>
            <a:cxnSpLocks/>
            <a:stCxn id="10" idx="2"/>
            <a:endCxn id="7" idx="1"/>
          </p:cNvCxnSpPr>
          <p:nvPr/>
        </p:nvCxnSpPr>
        <p:spPr>
          <a:xfrm flipH="1">
            <a:off x="4603644" y="2081958"/>
            <a:ext cx="2733" cy="249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648C37-46F6-ECEF-9898-BDB03145261F}"/>
              </a:ext>
            </a:extLst>
          </p:cNvPr>
          <p:cNvCxnSpPr>
            <a:cxnSpLocks/>
            <a:stCxn id="7" idx="4"/>
            <a:endCxn id="9" idx="0"/>
          </p:cNvCxnSpPr>
          <p:nvPr/>
        </p:nvCxnSpPr>
        <p:spPr>
          <a:xfrm>
            <a:off x="4603644" y="2767538"/>
            <a:ext cx="0" cy="255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83FB002-B76F-19E1-E7E7-C8F38A633EEF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4603644" y="3478234"/>
            <a:ext cx="1" cy="2330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67DE838-8108-5832-C075-F717FD4F47BA}"/>
              </a:ext>
            </a:extLst>
          </p:cNvPr>
          <p:cNvCxnSpPr>
            <a:cxnSpLocks/>
            <a:stCxn id="11" idx="2"/>
            <a:endCxn id="19" idx="0"/>
          </p:cNvCxnSpPr>
          <p:nvPr/>
        </p:nvCxnSpPr>
        <p:spPr>
          <a:xfrm flipH="1">
            <a:off x="4603644" y="4166680"/>
            <a:ext cx="1" cy="246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C29ABD0F-9EE2-304A-89DA-C314F63BF409}"/>
              </a:ext>
            </a:extLst>
          </p:cNvPr>
          <p:cNvCxnSpPr>
            <a:cxnSpLocks/>
            <a:stCxn id="19" idx="1"/>
            <a:endCxn id="22" idx="0"/>
          </p:cNvCxnSpPr>
          <p:nvPr/>
        </p:nvCxnSpPr>
        <p:spPr>
          <a:xfrm rot="10800000" flipV="1">
            <a:off x="3407985" y="4894925"/>
            <a:ext cx="332928" cy="4856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464A22E7-5F6B-D4FD-80DB-47ABF5E47A44}"/>
              </a:ext>
            </a:extLst>
          </p:cNvPr>
          <p:cNvCxnSpPr>
            <a:cxnSpLocks/>
            <a:stCxn id="19" idx="3"/>
            <a:endCxn id="23" idx="0"/>
          </p:cNvCxnSpPr>
          <p:nvPr/>
        </p:nvCxnSpPr>
        <p:spPr>
          <a:xfrm>
            <a:off x="5466374" y="4894925"/>
            <a:ext cx="839304" cy="31775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030173C4-67C9-A212-E5BF-7730E8274ACA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4189739" y="5862253"/>
            <a:ext cx="413904" cy="4817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5749C81-9D8C-5EA4-DAE7-E0CE13B3952F}"/>
              </a:ext>
            </a:extLst>
          </p:cNvPr>
          <p:cNvCxnSpPr>
            <a:stCxn id="28" idx="4"/>
            <a:endCxn id="12" idx="0"/>
          </p:cNvCxnSpPr>
          <p:nvPr/>
        </p:nvCxnSpPr>
        <p:spPr>
          <a:xfrm flipH="1">
            <a:off x="1929509" y="7350665"/>
            <a:ext cx="1144" cy="248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EBE2E4D7-230D-4471-DEAF-694A7F93B2DE}"/>
              </a:ext>
            </a:extLst>
          </p:cNvPr>
          <p:cNvSpPr/>
          <p:nvPr/>
        </p:nvSpPr>
        <p:spPr>
          <a:xfrm>
            <a:off x="3866154" y="9478694"/>
            <a:ext cx="1491727" cy="648597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End of Step 2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B3B2B892-79D4-CEA5-11FB-0F09676B9494}"/>
              </a:ext>
            </a:extLst>
          </p:cNvPr>
          <p:cNvCxnSpPr>
            <a:cxnSpLocks/>
            <a:stCxn id="20" idx="4"/>
            <a:endCxn id="11" idx="0"/>
          </p:cNvCxnSpPr>
          <p:nvPr/>
        </p:nvCxnSpPr>
        <p:spPr>
          <a:xfrm rot="5400000">
            <a:off x="4284591" y="1690181"/>
            <a:ext cx="2340143" cy="1702033"/>
          </a:xfrm>
          <a:prstGeom prst="bentConnector3">
            <a:avLst>
              <a:gd name="adj1" fmla="val 946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0AC2AC7D-AE04-F5F7-208A-C398F4A9AAE7}"/>
              </a:ext>
            </a:extLst>
          </p:cNvPr>
          <p:cNvCxnSpPr>
            <a:stCxn id="22" idx="1"/>
            <a:endCxn id="28" idx="1"/>
          </p:cNvCxnSpPr>
          <p:nvPr/>
        </p:nvCxnSpPr>
        <p:spPr>
          <a:xfrm rot="10800000" flipV="1">
            <a:off x="1930653" y="5862252"/>
            <a:ext cx="695578" cy="93040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>
            <a:extLst>
              <a:ext uri="{FF2B5EF4-FFF2-40B4-BE49-F238E27FC236}">
                <a16:creationId xmlns:a16="http://schemas.microsoft.com/office/drawing/2014/main" id="{8C8A4DC5-7CB9-7546-5B45-11DDD07F539F}"/>
              </a:ext>
            </a:extLst>
          </p:cNvPr>
          <p:cNvCxnSpPr>
            <a:cxnSpLocks/>
            <a:stCxn id="30" idx="1"/>
            <a:endCxn id="12" idx="1"/>
          </p:cNvCxnSpPr>
          <p:nvPr/>
        </p:nvCxnSpPr>
        <p:spPr>
          <a:xfrm rot="10800000" flipH="1">
            <a:off x="936820" y="7873929"/>
            <a:ext cx="278296" cy="966835"/>
          </a:xfrm>
          <a:prstGeom prst="bentConnector3">
            <a:avLst>
              <a:gd name="adj1" fmla="val -1622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Elbow Connector 193">
            <a:extLst>
              <a:ext uri="{FF2B5EF4-FFF2-40B4-BE49-F238E27FC236}">
                <a16:creationId xmlns:a16="http://schemas.microsoft.com/office/drawing/2014/main" id="{5A24668A-3227-944C-61F7-A6FD6DEF2F9E}"/>
              </a:ext>
            </a:extLst>
          </p:cNvPr>
          <p:cNvCxnSpPr>
            <a:cxnSpLocks/>
            <a:stCxn id="30" idx="3"/>
            <a:endCxn id="23" idx="0"/>
          </p:cNvCxnSpPr>
          <p:nvPr/>
        </p:nvCxnSpPr>
        <p:spPr>
          <a:xfrm flipV="1">
            <a:off x="2924483" y="8072431"/>
            <a:ext cx="3381195" cy="768332"/>
          </a:xfrm>
          <a:prstGeom prst="bentConnector4">
            <a:avLst>
              <a:gd name="adj1" fmla="val 39919"/>
              <a:gd name="adj2" fmla="val 1297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F6D0166C-A3D6-23B9-99A0-020911043B39}"/>
              </a:ext>
            </a:extLst>
          </p:cNvPr>
          <p:cNvCxnSpPr>
            <a:cxnSpLocks/>
            <a:stCxn id="12" idx="2"/>
            <a:endCxn id="30" idx="0"/>
          </p:cNvCxnSpPr>
          <p:nvPr/>
        </p:nvCxnSpPr>
        <p:spPr>
          <a:xfrm>
            <a:off x="1929509" y="8148248"/>
            <a:ext cx="1143" cy="248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18691841-9806-B465-E61E-EBA518236B42}"/>
              </a:ext>
            </a:extLst>
          </p:cNvPr>
          <p:cNvCxnSpPr>
            <a:stCxn id="30" idx="2"/>
            <a:endCxn id="32" idx="1"/>
          </p:cNvCxnSpPr>
          <p:nvPr/>
        </p:nvCxnSpPr>
        <p:spPr>
          <a:xfrm>
            <a:off x="1930652" y="9284334"/>
            <a:ext cx="1" cy="244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C14C7871-A9C6-D280-8052-11619AD0834F}"/>
              </a:ext>
            </a:extLst>
          </p:cNvPr>
          <p:cNvCxnSpPr>
            <a:cxnSpLocks/>
            <a:stCxn id="32" idx="5"/>
            <a:endCxn id="100" idx="2"/>
          </p:cNvCxnSpPr>
          <p:nvPr/>
        </p:nvCxnSpPr>
        <p:spPr>
          <a:xfrm flipV="1">
            <a:off x="2753183" y="9802993"/>
            <a:ext cx="1112971" cy="4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Elbow Connector 220">
            <a:extLst>
              <a:ext uri="{FF2B5EF4-FFF2-40B4-BE49-F238E27FC236}">
                <a16:creationId xmlns:a16="http://schemas.microsoft.com/office/drawing/2014/main" id="{2291B897-9332-658F-E2EF-137B5724EB03}"/>
              </a:ext>
            </a:extLst>
          </p:cNvPr>
          <p:cNvCxnSpPr>
            <a:cxnSpLocks/>
            <a:stCxn id="24" idx="4"/>
            <a:endCxn id="28" idx="1"/>
          </p:cNvCxnSpPr>
          <p:nvPr/>
        </p:nvCxnSpPr>
        <p:spPr>
          <a:xfrm rot="5400000">
            <a:off x="3267148" y="5456167"/>
            <a:ext cx="12700" cy="2672990"/>
          </a:xfrm>
          <a:prstGeom prst="bentConnector5">
            <a:avLst>
              <a:gd name="adj1" fmla="val 1956520"/>
              <a:gd name="adj2" fmla="val 45919"/>
              <a:gd name="adj3" fmla="val -162174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7B0E49B4-8ACE-5009-6D7A-49B110821E06}"/>
              </a:ext>
            </a:extLst>
          </p:cNvPr>
          <p:cNvSpPr txBox="1"/>
          <p:nvPr/>
        </p:nvSpPr>
        <p:spPr>
          <a:xfrm>
            <a:off x="3338902" y="4654844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878C76F-69D7-9475-91EC-88BE46FE3B6E}"/>
              </a:ext>
            </a:extLst>
          </p:cNvPr>
          <p:cNvSpPr txBox="1"/>
          <p:nvPr/>
        </p:nvSpPr>
        <p:spPr>
          <a:xfrm>
            <a:off x="5623946" y="4654843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879B6E3-517B-98C5-7CA1-6B24C1687B16}"/>
              </a:ext>
            </a:extLst>
          </p:cNvPr>
          <p:cNvSpPr txBox="1"/>
          <p:nvPr/>
        </p:nvSpPr>
        <p:spPr>
          <a:xfrm>
            <a:off x="199020" y="8616787"/>
            <a:ext cx="103468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False</a:t>
            </a:r>
          </a:p>
          <a:p>
            <a:r>
              <a:rPr lang="en-US" sz="1000" dirty="0"/>
              <a:t>(1</a:t>
            </a:r>
            <a:r>
              <a:rPr lang="en-US" sz="1000" baseline="30000" dirty="0"/>
              <a:t>st</a:t>
            </a:r>
            <a:r>
              <a:rPr lang="en-US" sz="1000" dirty="0"/>
              <a:t> attempt)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69615A5-00F0-0CF0-DD9B-D5F792DBF209}"/>
              </a:ext>
            </a:extLst>
          </p:cNvPr>
          <p:cNvSpPr txBox="1"/>
          <p:nvPr/>
        </p:nvSpPr>
        <p:spPr>
          <a:xfrm>
            <a:off x="1929508" y="9251595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9C03709-0133-1DAD-BBAE-3BBDE903BA16}"/>
              </a:ext>
            </a:extLst>
          </p:cNvPr>
          <p:cNvSpPr txBox="1"/>
          <p:nvPr/>
        </p:nvSpPr>
        <p:spPr>
          <a:xfrm>
            <a:off x="2605737" y="8623358"/>
            <a:ext cx="111297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False </a:t>
            </a:r>
          </a:p>
          <a:p>
            <a:pPr algn="r"/>
            <a:r>
              <a:rPr lang="en-US" sz="1000" dirty="0"/>
              <a:t>(2</a:t>
            </a:r>
            <a:r>
              <a:rPr lang="en-US" sz="1000" baseline="30000" dirty="0"/>
              <a:t>nd</a:t>
            </a:r>
            <a:r>
              <a:rPr lang="en-US" sz="1000" dirty="0"/>
              <a:t> attempt)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6457F983-C493-E68C-A5E0-63744744B51D}"/>
              </a:ext>
            </a:extLst>
          </p:cNvPr>
          <p:cNvSpPr txBox="1"/>
          <p:nvPr/>
        </p:nvSpPr>
        <p:spPr>
          <a:xfrm>
            <a:off x="2058100" y="5621780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0C615ED-3E94-360D-AF3C-D8C346202292}"/>
              </a:ext>
            </a:extLst>
          </p:cNvPr>
          <p:cNvSpPr txBox="1"/>
          <p:nvPr/>
        </p:nvSpPr>
        <p:spPr>
          <a:xfrm>
            <a:off x="4134678" y="5618277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87A06F57-3EDE-A4AB-CC8E-EAC395E977DA}"/>
              </a:ext>
            </a:extLst>
          </p:cNvPr>
          <p:cNvSpPr txBox="1"/>
          <p:nvPr/>
        </p:nvSpPr>
        <p:spPr>
          <a:xfrm>
            <a:off x="106743" y="853524"/>
            <a:ext cx="278772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Flowchart A:</a:t>
            </a:r>
          </a:p>
          <a:p>
            <a:endParaRPr lang="en-US" sz="2000" dirty="0"/>
          </a:p>
          <a:p>
            <a:r>
              <a:rPr lang="en-US" sz="2000" dirty="0"/>
              <a:t>Step 2:</a:t>
            </a:r>
          </a:p>
          <a:p>
            <a:r>
              <a:rPr lang="en-US" sz="1600" dirty="0"/>
              <a:t>Querying &amp; Downloading Satellite Lidar Observations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60FDF21-4FA4-DDC7-2A06-46AC620D2315}"/>
              </a:ext>
            </a:extLst>
          </p:cNvPr>
          <p:cNvSpPr txBox="1"/>
          <p:nvPr/>
        </p:nvSpPr>
        <p:spPr>
          <a:xfrm>
            <a:off x="437322" y="2604466"/>
            <a:ext cx="22781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The authentication process, including user input and validation will be handled by </a:t>
            </a:r>
            <a:r>
              <a:rPr lang="en-US" sz="1000" i="1" dirty="0" err="1"/>
              <a:t>earthaccess.login</a:t>
            </a:r>
            <a:r>
              <a:rPr lang="en-US" sz="1000" i="1" dirty="0"/>
              <a:t>() </a:t>
            </a:r>
          </a:p>
        </p:txBody>
      </p:sp>
      <p:cxnSp>
        <p:nvCxnSpPr>
          <p:cNvPr id="261" name="Curved Connector 260">
            <a:extLst>
              <a:ext uri="{FF2B5EF4-FFF2-40B4-BE49-F238E27FC236}">
                <a16:creationId xmlns:a16="http://schemas.microsoft.com/office/drawing/2014/main" id="{03B4AC9A-EEDE-0D03-6C7F-739C1D3EE909}"/>
              </a:ext>
            </a:extLst>
          </p:cNvPr>
          <p:cNvCxnSpPr>
            <a:cxnSpLocks/>
            <a:stCxn id="260" idx="3"/>
          </p:cNvCxnSpPr>
          <p:nvPr/>
        </p:nvCxnSpPr>
        <p:spPr>
          <a:xfrm>
            <a:off x="2715465" y="2881465"/>
            <a:ext cx="1185389" cy="369064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urved Connector 261">
            <a:extLst>
              <a:ext uri="{FF2B5EF4-FFF2-40B4-BE49-F238E27FC236}">
                <a16:creationId xmlns:a16="http://schemas.microsoft.com/office/drawing/2014/main" id="{5FA9C40C-74F2-AEB0-6212-C77CDC79ECBE}"/>
              </a:ext>
            </a:extLst>
          </p:cNvPr>
          <p:cNvCxnSpPr>
            <a:cxnSpLocks/>
            <a:stCxn id="260" idx="3"/>
          </p:cNvCxnSpPr>
          <p:nvPr/>
        </p:nvCxnSpPr>
        <p:spPr>
          <a:xfrm flipV="1">
            <a:off x="2715465" y="2549446"/>
            <a:ext cx="1240179" cy="332019"/>
          </a:xfrm>
          <a:prstGeom prst="curvedConnector3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Data 262">
            <a:extLst>
              <a:ext uri="{FF2B5EF4-FFF2-40B4-BE49-F238E27FC236}">
                <a16:creationId xmlns:a16="http://schemas.microsoft.com/office/drawing/2014/main" id="{7D732EE2-C5F2-88D4-0078-5DF80BA69D7E}"/>
              </a:ext>
            </a:extLst>
          </p:cNvPr>
          <p:cNvSpPr/>
          <p:nvPr/>
        </p:nvSpPr>
        <p:spPr>
          <a:xfrm>
            <a:off x="2196197" y="950556"/>
            <a:ext cx="1522511" cy="436210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Date Range</a:t>
            </a:r>
          </a:p>
        </p:txBody>
      </p:sp>
      <p:cxnSp>
        <p:nvCxnSpPr>
          <p:cNvPr id="264" name="Elbow Connector 263">
            <a:extLst>
              <a:ext uri="{FF2B5EF4-FFF2-40B4-BE49-F238E27FC236}">
                <a16:creationId xmlns:a16="http://schemas.microsoft.com/office/drawing/2014/main" id="{B151E700-C45E-8A9C-D88C-727FE0BD6283}"/>
              </a:ext>
            </a:extLst>
          </p:cNvPr>
          <p:cNvCxnSpPr>
            <a:cxnSpLocks/>
            <a:stCxn id="6" idx="4"/>
            <a:endCxn id="263" idx="1"/>
          </p:cNvCxnSpPr>
          <p:nvPr/>
        </p:nvCxnSpPr>
        <p:spPr>
          <a:xfrm rot="5400000">
            <a:off x="3648316" y="-13152"/>
            <a:ext cx="272845" cy="16545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Elbow Connector 266">
            <a:extLst>
              <a:ext uri="{FF2B5EF4-FFF2-40B4-BE49-F238E27FC236}">
                <a16:creationId xmlns:a16="http://schemas.microsoft.com/office/drawing/2014/main" id="{C4958A66-F84C-BC6B-11DA-2D7FB2152EB9}"/>
              </a:ext>
            </a:extLst>
          </p:cNvPr>
          <p:cNvCxnSpPr>
            <a:cxnSpLocks/>
            <a:stCxn id="263" idx="4"/>
            <a:endCxn id="11" idx="0"/>
          </p:cNvCxnSpPr>
          <p:nvPr/>
        </p:nvCxnSpPr>
        <p:spPr>
          <a:xfrm rot="16200000" flipH="1">
            <a:off x="2618298" y="1725921"/>
            <a:ext cx="2324503" cy="1646192"/>
          </a:xfrm>
          <a:prstGeom prst="bentConnector3">
            <a:avLst>
              <a:gd name="adj1" fmla="val 945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63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832B-21C6-2D1E-E6DB-A6A63A4D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024C094-5A64-B5F6-6CE4-FCB60A8411A9}"/>
              </a:ext>
            </a:extLst>
          </p:cNvPr>
          <p:cNvSpPr/>
          <p:nvPr/>
        </p:nvSpPr>
        <p:spPr>
          <a:xfrm>
            <a:off x="0" y="5773468"/>
            <a:ext cx="4348806" cy="50262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69815D-3F1D-7368-2F27-D78B8B675126}"/>
              </a:ext>
            </a:extLst>
          </p:cNvPr>
          <p:cNvSpPr/>
          <p:nvPr/>
        </p:nvSpPr>
        <p:spPr>
          <a:xfrm>
            <a:off x="5076673" y="2867177"/>
            <a:ext cx="1120904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Start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6829167C-FB92-68B6-0C43-0396430F06FF}"/>
              </a:ext>
            </a:extLst>
          </p:cNvPr>
          <p:cNvSpPr/>
          <p:nvPr/>
        </p:nvSpPr>
        <p:spPr>
          <a:xfrm>
            <a:off x="4999570" y="3555775"/>
            <a:ext cx="1275127" cy="42322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Read H5 File</a:t>
            </a:r>
          </a:p>
        </p:txBody>
      </p:sp>
      <p:sp>
        <p:nvSpPr>
          <p:cNvPr id="5" name="Decision 4">
            <a:extLst>
              <a:ext uri="{FF2B5EF4-FFF2-40B4-BE49-F238E27FC236}">
                <a16:creationId xmlns:a16="http://schemas.microsoft.com/office/drawing/2014/main" id="{5E622B27-32D0-05DA-BB75-11746AAB7A10}"/>
              </a:ext>
            </a:extLst>
          </p:cNvPr>
          <p:cNvSpPr/>
          <p:nvPr/>
        </p:nvSpPr>
        <p:spPr>
          <a:xfrm>
            <a:off x="4771164" y="8252868"/>
            <a:ext cx="1731934" cy="831718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All H5 Files Complete?</a:t>
            </a:r>
          </a:p>
        </p:txBody>
      </p:sp>
      <p:sp>
        <p:nvSpPr>
          <p:cNvPr id="21" name="Decision 20">
            <a:extLst>
              <a:ext uri="{FF2B5EF4-FFF2-40B4-BE49-F238E27FC236}">
                <a16:creationId xmlns:a16="http://schemas.microsoft.com/office/drawing/2014/main" id="{AE49120D-652F-0573-7529-D83B02497F3D}"/>
              </a:ext>
            </a:extLst>
          </p:cNvPr>
          <p:cNvSpPr/>
          <p:nvPr/>
        </p:nvSpPr>
        <p:spPr>
          <a:xfrm>
            <a:off x="4771164" y="7227216"/>
            <a:ext cx="1731934" cy="772834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All Beams Complete?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6B792F-1A83-AB6A-2AF0-E79BA47F2291}"/>
              </a:ext>
            </a:extLst>
          </p:cNvPr>
          <p:cNvSpPr/>
          <p:nvPr/>
        </p:nvSpPr>
        <p:spPr>
          <a:xfrm>
            <a:off x="4941832" y="6026377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Convert Beam Data to Pandas </a:t>
            </a:r>
            <a:r>
              <a:rPr lang="en-US" sz="1000" dirty="0" err="1"/>
              <a:t>DataFrame</a:t>
            </a:r>
            <a:endParaRPr lang="en-US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3AFADA-3EFC-44D0-C60F-87B204C35B1B}"/>
              </a:ext>
            </a:extLst>
          </p:cNvPr>
          <p:cNvSpPr/>
          <p:nvPr/>
        </p:nvSpPr>
        <p:spPr>
          <a:xfrm>
            <a:off x="4941824" y="6623915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Add to List of </a:t>
            </a:r>
            <a:r>
              <a:rPr lang="en-US" sz="1000" dirty="0" err="1"/>
              <a:t>DataFrames</a:t>
            </a:r>
            <a:endParaRPr lang="en-US" sz="1000" dirty="0"/>
          </a:p>
        </p:txBody>
      </p:sp>
      <p:sp>
        <p:nvSpPr>
          <p:cNvPr id="29" name="Data 28">
            <a:extLst>
              <a:ext uri="{FF2B5EF4-FFF2-40B4-BE49-F238E27FC236}">
                <a16:creationId xmlns:a16="http://schemas.microsoft.com/office/drawing/2014/main" id="{13AEFEE8-393D-B212-6F6F-A2F3C03D5821}"/>
              </a:ext>
            </a:extLst>
          </p:cNvPr>
          <p:cNvSpPr/>
          <p:nvPr/>
        </p:nvSpPr>
        <p:spPr>
          <a:xfrm>
            <a:off x="183725" y="5918005"/>
            <a:ext cx="1570276" cy="390974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Choice of Beam Type(s)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375DDB-E6C9-EFDA-561B-464A604A8AFA}"/>
              </a:ext>
            </a:extLst>
          </p:cNvPr>
          <p:cNvSpPr/>
          <p:nvPr/>
        </p:nvSpPr>
        <p:spPr>
          <a:xfrm>
            <a:off x="2917883" y="9551164"/>
            <a:ext cx="981433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Right Beams</a:t>
            </a:r>
          </a:p>
        </p:txBody>
      </p:sp>
      <p:sp>
        <p:nvSpPr>
          <p:cNvPr id="31" name="Decision 30">
            <a:extLst>
              <a:ext uri="{FF2B5EF4-FFF2-40B4-BE49-F238E27FC236}">
                <a16:creationId xmlns:a16="http://schemas.microsoft.com/office/drawing/2014/main" id="{61BAC99F-38E2-ABF7-718C-10780180D927}"/>
              </a:ext>
            </a:extLst>
          </p:cNvPr>
          <p:cNvSpPr/>
          <p:nvPr/>
        </p:nvSpPr>
        <p:spPr>
          <a:xfrm>
            <a:off x="156211" y="8554519"/>
            <a:ext cx="1625300" cy="772833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 Orientation Forward?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049741-DECD-9FAB-550C-1831C3E8E28F}"/>
              </a:ext>
            </a:extLst>
          </p:cNvPr>
          <p:cNvSpPr/>
          <p:nvPr/>
        </p:nvSpPr>
        <p:spPr>
          <a:xfrm>
            <a:off x="1797538" y="9551164"/>
            <a:ext cx="844584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Left Beams</a:t>
            </a:r>
          </a:p>
        </p:txBody>
      </p:sp>
      <p:sp>
        <p:nvSpPr>
          <p:cNvPr id="33" name="Decision 32">
            <a:extLst>
              <a:ext uri="{FF2B5EF4-FFF2-40B4-BE49-F238E27FC236}">
                <a16:creationId xmlns:a16="http://schemas.microsoft.com/office/drawing/2014/main" id="{F0F4CD4B-FB5C-28B0-6571-FCA320E83E89}"/>
              </a:ext>
            </a:extLst>
          </p:cNvPr>
          <p:cNvSpPr/>
          <p:nvPr/>
        </p:nvSpPr>
        <p:spPr>
          <a:xfrm>
            <a:off x="156212" y="6524046"/>
            <a:ext cx="1625301" cy="818394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Both Strong and Weak?</a:t>
            </a:r>
          </a:p>
        </p:txBody>
      </p:sp>
      <p:sp>
        <p:nvSpPr>
          <p:cNvPr id="35" name="Decision 34">
            <a:extLst>
              <a:ext uri="{FF2B5EF4-FFF2-40B4-BE49-F238E27FC236}">
                <a16:creationId xmlns:a16="http://schemas.microsoft.com/office/drawing/2014/main" id="{4CE44F6C-3586-DED9-194B-95D58CAB61BB}"/>
              </a:ext>
            </a:extLst>
          </p:cNvPr>
          <p:cNvSpPr/>
          <p:nvPr/>
        </p:nvSpPr>
        <p:spPr>
          <a:xfrm>
            <a:off x="156211" y="7562062"/>
            <a:ext cx="1625301" cy="772833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Strong Only?</a:t>
            </a:r>
          </a:p>
        </p:txBody>
      </p:sp>
      <p:sp>
        <p:nvSpPr>
          <p:cNvPr id="36" name="Decision 35">
            <a:extLst>
              <a:ext uri="{FF2B5EF4-FFF2-40B4-BE49-F238E27FC236}">
                <a16:creationId xmlns:a16="http://schemas.microsoft.com/office/drawing/2014/main" id="{6F3FA8CD-5F02-B491-5067-369AEDE6D1B2}"/>
              </a:ext>
            </a:extLst>
          </p:cNvPr>
          <p:cNvSpPr/>
          <p:nvPr/>
        </p:nvSpPr>
        <p:spPr>
          <a:xfrm>
            <a:off x="2595945" y="8554518"/>
            <a:ext cx="1625301" cy="772833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Is Orientation Forward?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82905886-6015-4693-7CF0-D401ED5E1D57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 rot="5400000">
            <a:off x="859052" y="7452251"/>
            <a:ext cx="21962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9C8986E-6216-E357-AAD6-AA4780D434F4}"/>
              </a:ext>
            </a:extLst>
          </p:cNvPr>
          <p:cNvCxnSpPr>
            <a:cxnSpLocks/>
            <a:stCxn id="29" idx="4"/>
            <a:endCxn id="33" idx="0"/>
          </p:cNvCxnSpPr>
          <p:nvPr/>
        </p:nvCxnSpPr>
        <p:spPr>
          <a:xfrm>
            <a:off x="968863" y="6308979"/>
            <a:ext cx="0" cy="215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58F28F92-29A8-1849-29B6-82AF5053D600}"/>
              </a:ext>
            </a:extLst>
          </p:cNvPr>
          <p:cNvCxnSpPr>
            <a:cxnSpLocks/>
            <a:stCxn id="35" idx="3"/>
            <a:endCxn id="36" idx="0"/>
          </p:cNvCxnSpPr>
          <p:nvPr/>
        </p:nvCxnSpPr>
        <p:spPr>
          <a:xfrm>
            <a:off x="1781512" y="7948479"/>
            <a:ext cx="1627084" cy="60603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82D6165A-569D-350D-377E-D90B10A52F29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 rot="5400000">
            <a:off x="859050" y="8444707"/>
            <a:ext cx="21962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C942A88B-C635-11DF-D636-E845154F2EB7}"/>
              </a:ext>
            </a:extLst>
          </p:cNvPr>
          <p:cNvCxnSpPr>
            <a:cxnSpLocks/>
            <a:stCxn id="36" idx="2"/>
            <a:endCxn id="30" idx="0"/>
          </p:cNvCxnSpPr>
          <p:nvPr/>
        </p:nvCxnSpPr>
        <p:spPr>
          <a:xfrm rot="16200000" flipH="1">
            <a:off x="3296692" y="9439255"/>
            <a:ext cx="223813" cy="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A5654EFD-243A-A5AD-B38A-1F68280EDEA8}"/>
              </a:ext>
            </a:extLst>
          </p:cNvPr>
          <p:cNvCxnSpPr>
            <a:cxnSpLocks/>
            <a:stCxn id="36" idx="1"/>
            <a:endCxn id="32" idx="0"/>
          </p:cNvCxnSpPr>
          <p:nvPr/>
        </p:nvCxnSpPr>
        <p:spPr>
          <a:xfrm rot="10800000" flipV="1">
            <a:off x="2219831" y="8940934"/>
            <a:ext cx="376115" cy="6102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551ACCAF-C215-A9CD-4913-EE06AF23B045}"/>
              </a:ext>
            </a:extLst>
          </p:cNvPr>
          <p:cNvCxnSpPr>
            <a:cxnSpLocks/>
            <a:stCxn id="31" idx="3"/>
            <a:endCxn id="32" idx="0"/>
          </p:cNvCxnSpPr>
          <p:nvPr/>
        </p:nvCxnSpPr>
        <p:spPr>
          <a:xfrm>
            <a:off x="1781511" y="8940936"/>
            <a:ext cx="438319" cy="610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05709DD8-1634-AF51-1971-FA8CC55A519A}"/>
              </a:ext>
            </a:extLst>
          </p:cNvPr>
          <p:cNvCxnSpPr>
            <a:cxnSpLocks/>
            <a:stCxn id="31" idx="2"/>
            <a:endCxn id="72" idx="0"/>
          </p:cNvCxnSpPr>
          <p:nvPr/>
        </p:nvCxnSpPr>
        <p:spPr>
          <a:xfrm rot="16200000" flipH="1">
            <a:off x="856955" y="9439257"/>
            <a:ext cx="223812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FDFD8DA-4A95-2E38-B84A-569AFC888083}"/>
              </a:ext>
            </a:extLst>
          </p:cNvPr>
          <p:cNvSpPr/>
          <p:nvPr/>
        </p:nvSpPr>
        <p:spPr>
          <a:xfrm>
            <a:off x="478145" y="9551164"/>
            <a:ext cx="981433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Right Beams</a:t>
            </a: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64E267B3-C954-3D8B-95BA-79A0F5E7BCD1}"/>
              </a:ext>
            </a:extLst>
          </p:cNvPr>
          <p:cNvCxnSpPr>
            <a:cxnSpLocks/>
            <a:stCxn id="30" idx="2"/>
            <a:endCxn id="17" idx="1"/>
          </p:cNvCxnSpPr>
          <p:nvPr/>
        </p:nvCxnSpPr>
        <p:spPr>
          <a:xfrm rot="5400000" flipH="1" flipV="1">
            <a:off x="1428933" y="6384884"/>
            <a:ext cx="5492562" cy="1533229"/>
          </a:xfrm>
          <a:prstGeom prst="bentConnector4">
            <a:avLst>
              <a:gd name="adj1" fmla="val -4162"/>
              <a:gd name="adj2" fmla="val 73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CF1CF9D3-E139-A0D0-5036-F13BF8E628E6}"/>
              </a:ext>
            </a:extLst>
          </p:cNvPr>
          <p:cNvCxnSpPr>
            <a:cxnSpLocks/>
            <a:stCxn id="32" idx="2"/>
            <a:endCxn id="17" idx="1"/>
          </p:cNvCxnSpPr>
          <p:nvPr/>
        </p:nvCxnSpPr>
        <p:spPr>
          <a:xfrm rot="5400000" flipH="1" flipV="1">
            <a:off x="834547" y="5790500"/>
            <a:ext cx="5492563" cy="2721999"/>
          </a:xfrm>
          <a:prstGeom prst="bentConnector4">
            <a:avLst>
              <a:gd name="adj1" fmla="val -4162"/>
              <a:gd name="adj2" fmla="val 848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2801E1F3-C0EF-D7EC-AFDD-5B0747D694DF}"/>
              </a:ext>
            </a:extLst>
          </p:cNvPr>
          <p:cNvCxnSpPr>
            <a:cxnSpLocks/>
            <a:stCxn id="72" idx="2"/>
            <a:endCxn id="17" idx="1"/>
          </p:cNvCxnSpPr>
          <p:nvPr/>
        </p:nvCxnSpPr>
        <p:spPr>
          <a:xfrm rot="5400000" flipH="1" flipV="1">
            <a:off x="209063" y="5165016"/>
            <a:ext cx="5492563" cy="3972967"/>
          </a:xfrm>
          <a:prstGeom prst="bentConnector4">
            <a:avLst>
              <a:gd name="adj1" fmla="val -4162"/>
              <a:gd name="adj2" fmla="val 895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DF84A7E-5A8A-409B-B5F1-5BA50CEED573}"/>
              </a:ext>
            </a:extLst>
          </p:cNvPr>
          <p:cNvSpPr/>
          <p:nvPr/>
        </p:nvSpPr>
        <p:spPr>
          <a:xfrm>
            <a:off x="4941829" y="4231910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Beam Type Filter </a:t>
            </a:r>
          </a:p>
          <a:p>
            <a:pPr algn="ctr"/>
            <a:r>
              <a:rPr lang="en-US" sz="1000" dirty="0"/>
              <a:t>(ICESat-2 Only)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732DAB-C816-0756-E963-94F315604391}"/>
              </a:ext>
            </a:extLst>
          </p:cNvPr>
          <p:cNvCxnSpPr>
            <a:cxnSpLocks/>
            <a:stCxn id="3" idx="4"/>
            <a:endCxn id="17" idx="0"/>
          </p:cNvCxnSpPr>
          <p:nvPr/>
        </p:nvCxnSpPr>
        <p:spPr>
          <a:xfrm flipH="1">
            <a:off x="5637130" y="3979001"/>
            <a:ext cx="4" cy="252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AEC10185-AACE-826E-3884-8DD93219B853}"/>
              </a:ext>
            </a:extLst>
          </p:cNvPr>
          <p:cNvCxnSpPr>
            <a:cxnSpLocks/>
            <a:stCxn id="5" idx="3"/>
            <a:endCxn id="3" idx="5"/>
          </p:cNvCxnSpPr>
          <p:nvPr/>
        </p:nvCxnSpPr>
        <p:spPr>
          <a:xfrm flipH="1" flipV="1">
            <a:off x="6147184" y="3767388"/>
            <a:ext cx="355914" cy="4901339"/>
          </a:xfrm>
          <a:prstGeom prst="bentConnector3">
            <a:avLst>
              <a:gd name="adj1" fmla="val -1456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50539CFE-3D74-56BF-B22B-4231286346C8}"/>
              </a:ext>
            </a:extLst>
          </p:cNvPr>
          <p:cNvCxnSpPr>
            <a:cxnSpLocks/>
            <a:stCxn id="6" idx="4"/>
            <a:endCxn id="3" idx="1"/>
          </p:cNvCxnSpPr>
          <p:nvPr/>
        </p:nvCxnSpPr>
        <p:spPr>
          <a:xfrm rot="16200000" flipH="1">
            <a:off x="5508174" y="3426815"/>
            <a:ext cx="257910" cy="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7B2B3FC-346C-FD71-1DCC-C9E0E7251FCD}"/>
              </a:ext>
            </a:extLst>
          </p:cNvPr>
          <p:cNvCxnSpPr>
            <a:cxnSpLocks/>
            <a:stCxn id="6" idx="4"/>
            <a:endCxn id="29" idx="1"/>
          </p:cNvCxnSpPr>
          <p:nvPr/>
        </p:nvCxnSpPr>
        <p:spPr>
          <a:xfrm rot="5400000">
            <a:off x="1992924" y="2273804"/>
            <a:ext cx="2620140" cy="4668262"/>
          </a:xfrm>
          <a:prstGeom prst="bentConnector3">
            <a:avLst>
              <a:gd name="adj1" fmla="val 44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Elbow Connector 238">
            <a:extLst>
              <a:ext uri="{FF2B5EF4-FFF2-40B4-BE49-F238E27FC236}">
                <a16:creationId xmlns:a16="http://schemas.microsoft.com/office/drawing/2014/main" id="{4F3A82C5-C223-B2A3-1509-395BE2842F19}"/>
              </a:ext>
            </a:extLst>
          </p:cNvPr>
          <p:cNvCxnSpPr>
            <a:cxnSpLocks/>
            <a:stCxn id="21" idx="3"/>
            <a:endCxn id="26" idx="3"/>
          </p:cNvCxnSpPr>
          <p:nvPr/>
        </p:nvCxnSpPr>
        <p:spPr>
          <a:xfrm flipH="1" flipV="1">
            <a:off x="6332434" y="6199685"/>
            <a:ext cx="170664" cy="1413948"/>
          </a:xfrm>
          <a:prstGeom prst="bentConnector3">
            <a:avLst>
              <a:gd name="adj1" fmla="val -2167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E890FFB2-6CBC-69C7-C120-D7C3F1034C56}"/>
              </a:ext>
            </a:extLst>
          </p:cNvPr>
          <p:cNvCxnSpPr>
            <a:cxnSpLocks/>
            <a:stCxn id="17" idx="2"/>
            <a:endCxn id="259" idx="0"/>
          </p:cNvCxnSpPr>
          <p:nvPr/>
        </p:nvCxnSpPr>
        <p:spPr>
          <a:xfrm>
            <a:off x="5637130" y="4578526"/>
            <a:ext cx="0" cy="250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96D9C295-CA52-5AC0-94A1-D7479132EBF4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 flipH="1">
            <a:off x="5637125" y="6372993"/>
            <a:ext cx="8" cy="250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2BC10123-2832-A931-1985-61C90DF71586}"/>
              </a:ext>
            </a:extLst>
          </p:cNvPr>
          <p:cNvCxnSpPr>
            <a:cxnSpLocks/>
            <a:stCxn id="28" idx="2"/>
            <a:endCxn id="21" idx="0"/>
          </p:cNvCxnSpPr>
          <p:nvPr/>
        </p:nvCxnSpPr>
        <p:spPr>
          <a:xfrm>
            <a:off x="5637125" y="6970532"/>
            <a:ext cx="6" cy="256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1E2EBC1-21C6-17F9-FC0E-98C839F5B803}"/>
              </a:ext>
            </a:extLst>
          </p:cNvPr>
          <p:cNvCxnSpPr>
            <a:cxnSpLocks/>
            <a:stCxn id="21" idx="2"/>
            <a:endCxn id="5" idx="0"/>
          </p:cNvCxnSpPr>
          <p:nvPr/>
        </p:nvCxnSpPr>
        <p:spPr>
          <a:xfrm>
            <a:off x="5637131" y="8000050"/>
            <a:ext cx="0" cy="252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2FE2F0C-8F97-4A3E-A856-E887993A547E}"/>
              </a:ext>
            </a:extLst>
          </p:cNvPr>
          <p:cNvSpPr/>
          <p:nvPr/>
        </p:nvSpPr>
        <p:spPr>
          <a:xfrm>
            <a:off x="4941823" y="9331723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Concatenate List of </a:t>
            </a:r>
            <a:r>
              <a:rPr lang="en-US" sz="1000" dirty="0" err="1"/>
              <a:t>DataFrames</a:t>
            </a:r>
            <a:endParaRPr lang="en-US" sz="1000" dirty="0"/>
          </a:p>
        </p:txBody>
      </p:sp>
      <p:sp>
        <p:nvSpPr>
          <p:cNvPr id="258" name="Data 257">
            <a:extLst>
              <a:ext uri="{FF2B5EF4-FFF2-40B4-BE49-F238E27FC236}">
                <a16:creationId xmlns:a16="http://schemas.microsoft.com/office/drawing/2014/main" id="{2C5DB700-F351-8971-585B-2D8833F7C8B2}"/>
              </a:ext>
            </a:extLst>
          </p:cNvPr>
          <p:cNvSpPr/>
          <p:nvPr/>
        </p:nvSpPr>
        <p:spPr>
          <a:xfrm>
            <a:off x="2683842" y="4237199"/>
            <a:ext cx="1664964" cy="42322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Choice of Flag Parameters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D599CFDF-2931-7F5E-F8DB-D4E6959CF8FF}"/>
              </a:ext>
            </a:extLst>
          </p:cNvPr>
          <p:cNvSpPr/>
          <p:nvPr/>
        </p:nvSpPr>
        <p:spPr>
          <a:xfrm>
            <a:off x="4941829" y="4829381"/>
            <a:ext cx="1390602" cy="346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Flag Filter</a:t>
            </a:r>
          </a:p>
        </p:txBody>
      </p:sp>
      <p:cxnSp>
        <p:nvCxnSpPr>
          <p:cNvPr id="275" name="Straight Arrow Connector 274">
            <a:extLst>
              <a:ext uri="{FF2B5EF4-FFF2-40B4-BE49-F238E27FC236}">
                <a16:creationId xmlns:a16="http://schemas.microsoft.com/office/drawing/2014/main" id="{7B0AC4F0-D62A-6414-6F06-2E709CD40C62}"/>
              </a:ext>
            </a:extLst>
          </p:cNvPr>
          <p:cNvCxnSpPr>
            <a:cxnSpLocks/>
            <a:stCxn id="259" idx="2"/>
            <a:endCxn id="295" idx="0"/>
          </p:cNvCxnSpPr>
          <p:nvPr/>
        </p:nvCxnSpPr>
        <p:spPr>
          <a:xfrm>
            <a:off x="5637130" y="5175997"/>
            <a:ext cx="0" cy="250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Elbow Connector 277">
            <a:extLst>
              <a:ext uri="{FF2B5EF4-FFF2-40B4-BE49-F238E27FC236}">
                <a16:creationId xmlns:a16="http://schemas.microsoft.com/office/drawing/2014/main" id="{A8F6502F-AD2F-1A5A-1E98-F5B11DE651AC}"/>
              </a:ext>
            </a:extLst>
          </p:cNvPr>
          <p:cNvCxnSpPr>
            <a:cxnSpLocks/>
            <a:stCxn id="6" idx="4"/>
            <a:endCxn id="258" idx="1"/>
          </p:cNvCxnSpPr>
          <p:nvPr/>
        </p:nvCxnSpPr>
        <p:spPr>
          <a:xfrm rot="5400000">
            <a:off x="4107058" y="2707132"/>
            <a:ext cx="939334" cy="2120801"/>
          </a:xfrm>
          <a:prstGeom prst="bentConnector3">
            <a:avLst>
              <a:gd name="adj1" fmla="val 126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Elbow Connector 280">
            <a:extLst>
              <a:ext uri="{FF2B5EF4-FFF2-40B4-BE49-F238E27FC236}">
                <a16:creationId xmlns:a16="http://schemas.microsoft.com/office/drawing/2014/main" id="{C342646E-867D-B35B-A7CF-C29768C9292E}"/>
              </a:ext>
            </a:extLst>
          </p:cNvPr>
          <p:cNvCxnSpPr>
            <a:cxnSpLocks/>
            <a:stCxn id="258" idx="4"/>
            <a:endCxn id="259" idx="1"/>
          </p:cNvCxnSpPr>
          <p:nvPr/>
        </p:nvCxnSpPr>
        <p:spPr>
          <a:xfrm rot="16200000" flipH="1">
            <a:off x="4057944" y="4118804"/>
            <a:ext cx="342264" cy="142550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Data 290">
            <a:extLst>
              <a:ext uri="{FF2B5EF4-FFF2-40B4-BE49-F238E27FC236}">
                <a16:creationId xmlns:a16="http://schemas.microsoft.com/office/drawing/2014/main" id="{F803A606-126C-0A03-2566-6577925E9D7E}"/>
              </a:ext>
            </a:extLst>
          </p:cNvPr>
          <p:cNvSpPr/>
          <p:nvPr/>
        </p:nvSpPr>
        <p:spPr>
          <a:xfrm>
            <a:off x="1125825" y="4855809"/>
            <a:ext cx="1722181" cy="514222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Choice of Additional Variables</a:t>
            </a:r>
          </a:p>
        </p:txBody>
      </p: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A9C7F4CE-C287-AEDE-4781-AB5F8DB471B4}"/>
              </a:ext>
            </a:extLst>
          </p:cNvPr>
          <p:cNvCxnSpPr>
            <a:cxnSpLocks/>
            <a:stCxn id="5" idx="2"/>
            <a:endCxn id="255" idx="0"/>
          </p:cNvCxnSpPr>
          <p:nvPr/>
        </p:nvCxnSpPr>
        <p:spPr>
          <a:xfrm flipH="1">
            <a:off x="5637124" y="9084586"/>
            <a:ext cx="7" cy="247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Rectangle 294">
            <a:extLst>
              <a:ext uri="{FF2B5EF4-FFF2-40B4-BE49-F238E27FC236}">
                <a16:creationId xmlns:a16="http://schemas.microsoft.com/office/drawing/2014/main" id="{B20A5B77-3AC1-0CF5-1C10-3CE334BD0EB9}"/>
              </a:ext>
            </a:extLst>
          </p:cNvPr>
          <p:cNvSpPr/>
          <p:nvPr/>
        </p:nvSpPr>
        <p:spPr>
          <a:xfrm>
            <a:off x="4941829" y="5426851"/>
            <a:ext cx="1390602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Additional Variables Filter</a:t>
            </a:r>
          </a:p>
        </p:txBody>
      </p: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972B4D10-7DF7-8AC3-5DA9-221417BEE99B}"/>
              </a:ext>
            </a:extLst>
          </p:cNvPr>
          <p:cNvCxnSpPr>
            <a:cxnSpLocks/>
            <a:stCxn id="295" idx="2"/>
            <a:endCxn id="26" idx="0"/>
          </p:cNvCxnSpPr>
          <p:nvPr/>
        </p:nvCxnSpPr>
        <p:spPr>
          <a:xfrm>
            <a:off x="5637130" y="5773468"/>
            <a:ext cx="3" cy="252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Elbow Connector 300">
            <a:extLst>
              <a:ext uri="{FF2B5EF4-FFF2-40B4-BE49-F238E27FC236}">
                <a16:creationId xmlns:a16="http://schemas.microsoft.com/office/drawing/2014/main" id="{27BF6D61-ACE0-D203-0C65-18FF2D84A9F6}"/>
              </a:ext>
            </a:extLst>
          </p:cNvPr>
          <p:cNvCxnSpPr>
            <a:cxnSpLocks/>
            <a:stCxn id="291" idx="4"/>
            <a:endCxn id="295" idx="1"/>
          </p:cNvCxnSpPr>
          <p:nvPr/>
        </p:nvCxnSpPr>
        <p:spPr>
          <a:xfrm rot="16200000" flipH="1">
            <a:off x="3349308" y="4007638"/>
            <a:ext cx="230129" cy="295491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0">
            <a:extLst>
              <a:ext uri="{FF2B5EF4-FFF2-40B4-BE49-F238E27FC236}">
                <a16:creationId xmlns:a16="http://schemas.microsoft.com/office/drawing/2014/main" id="{11B1A6DF-BBD4-DC3A-F652-33D551DC8CE8}"/>
              </a:ext>
            </a:extLst>
          </p:cNvPr>
          <p:cNvCxnSpPr>
            <a:cxnSpLocks/>
            <a:stCxn id="6" idx="4"/>
            <a:endCxn id="291" idx="1"/>
          </p:cNvCxnSpPr>
          <p:nvPr/>
        </p:nvCxnSpPr>
        <p:spPr>
          <a:xfrm rot="5400000">
            <a:off x="3033049" y="2251733"/>
            <a:ext cx="1557944" cy="3650209"/>
          </a:xfrm>
          <a:prstGeom prst="bentConnector3">
            <a:avLst>
              <a:gd name="adj1" fmla="val 75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329">
            <a:extLst>
              <a:ext uri="{FF2B5EF4-FFF2-40B4-BE49-F238E27FC236}">
                <a16:creationId xmlns:a16="http://schemas.microsoft.com/office/drawing/2014/main" id="{215322A2-CFF1-0A09-4563-CCB3CD6C1300}"/>
              </a:ext>
            </a:extLst>
          </p:cNvPr>
          <p:cNvSpPr/>
          <p:nvPr/>
        </p:nvSpPr>
        <p:spPr>
          <a:xfrm>
            <a:off x="4941823" y="9928811"/>
            <a:ext cx="1390602" cy="50709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End of Step 3</a:t>
            </a:r>
          </a:p>
        </p:txBody>
      </p:sp>
      <p:cxnSp>
        <p:nvCxnSpPr>
          <p:cNvPr id="331" name="Straight Arrow Connector 330">
            <a:extLst>
              <a:ext uri="{FF2B5EF4-FFF2-40B4-BE49-F238E27FC236}">
                <a16:creationId xmlns:a16="http://schemas.microsoft.com/office/drawing/2014/main" id="{DE824F5A-76F1-78F7-6E15-C1BF0A07DEC8}"/>
              </a:ext>
            </a:extLst>
          </p:cNvPr>
          <p:cNvCxnSpPr>
            <a:cxnSpLocks/>
            <a:stCxn id="255" idx="2"/>
            <a:endCxn id="330" idx="0"/>
          </p:cNvCxnSpPr>
          <p:nvPr/>
        </p:nvCxnSpPr>
        <p:spPr>
          <a:xfrm>
            <a:off x="5637124" y="9678340"/>
            <a:ext cx="0" cy="250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>
            <a:extLst>
              <a:ext uri="{FF2B5EF4-FFF2-40B4-BE49-F238E27FC236}">
                <a16:creationId xmlns:a16="http://schemas.microsoft.com/office/drawing/2014/main" id="{57AEA704-5F49-C71B-84FF-E50F011FCEFF}"/>
              </a:ext>
            </a:extLst>
          </p:cNvPr>
          <p:cNvSpPr txBox="1"/>
          <p:nvPr/>
        </p:nvSpPr>
        <p:spPr>
          <a:xfrm>
            <a:off x="271635" y="2198765"/>
            <a:ext cx="3723853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Flowchart B:</a:t>
            </a:r>
          </a:p>
          <a:p>
            <a:endParaRPr lang="en-US" sz="1200" dirty="0"/>
          </a:p>
          <a:p>
            <a:r>
              <a:rPr lang="en-US" dirty="0"/>
              <a:t>Step 3:</a:t>
            </a:r>
          </a:p>
          <a:p>
            <a:r>
              <a:rPr lang="en-US" sz="1400" dirty="0"/>
              <a:t>Filtering &amp; Converting Beam Data</a:t>
            </a:r>
          </a:p>
          <a:p>
            <a:r>
              <a:rPr lang="en-US" sz="1100" dirty="0"/>
              <a:t>(very similar for both ICESat-2 &amp; GEDI data)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A55E9C-3315-1B2E-1FF0-299501FF0B10}"/>
              </a:ext>
            </a:extLst>
          </p:cNvPr>
          <p:cNvCxnSpPr>
            <a:cxnSpLocks/>
          </p:cNvCxnSpPr>
          <p:nvPr/>
        </p:nvCxnSpPr>
        <p:spPr>
          <a:xfrm flipV="1">
            <a:off x="4348806" y="5773468"/>
            <a:ext cx="0" cy="5026295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116CEE-804C-4207-A0C8-E8CE13CB1DF5}"/>
              </a:ext>
            </a:extLst>
          </p:cNvPr>
          <p:cNvCxnSpPr>
            <a:cxnSpLocks/>
          </p:cNvCxnSpPr>
          <p:nvPr/>
        </p:nvCxnSpPr>
        <p:spPr>
          <a:xfrm>
            <a:off x="0" y="5764167"/>
            <a:ext cx="4348806" cy="9301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A1BF25E-E8F1-75FA-09BC-FA1239C44852}"/>
              </a:ext>
            </a:extLst>
          </p:cNvPr>
          <p:cNvSpPr txBox="1"/>
          <p:nvPr/>
        </p:nvSpPr>
        <p:spPr>
          <a:xfrm>
            <a:off x="3101151" y="5836719"/>
            <a:ext cx="1200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/>
              <a:t>Creating Beam </a:t>
            </a:r>
          </a:p>
          <a:p>
            <a:pPr algn="r"/>
            <a:r>
              <a:rPr lang="en-US" sz="1200" dirty="0"/>
              <a:t>Type Filter</a:t>
            </a:r>
          </a:p>
          <a:p>
            <a:pPr algn="r"/>
            <a:r>
              <a:rPr lang="en-US" sz="1200" dirty="0"/>
              <a:t>(ICESat-2 Only)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6A8E50-BA95-E395-69B7-464DDC11B56B}"/>
              </a:ext>
            </a:extLst>
          </p:cNvPr>
          <p:cNvSpPr txBox="1"/>
          <p:nvPr/>
        </p:nvSpPr>
        <p:spPr>
          <a:xfrm>
            <a:off x="1805248" y="6716266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08054A-25F9-4427-6C42-DDB729C4D232}"/>
              </a:ext>
            </a:extLst>
          </p:cNvPr>
          <p:cNvSpPr/>
          <p:nvPr/>
        </p:nvSpPr>
        <p:spPr>
          <a:xfrm>
            <a:off x="2425714" y="6759933"/>
            <a:ext cx="844584" cy="346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Continue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675A83E3-0F29-4ACB-8065-4835AB074FA0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 flipV="1">
            <a:off x="1781513" y="6933242"/>
            <a:ext cx="64420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68A77CF8-49C2-8913-B118-F932E6385628}"/>
              </a:ext>
            </a:extLst>
          </p:cNvPr>
          <p:cNvCxnSpPr>
            <a:cxnSpLocks/>
            <a:stCxn id="48" idx="3"/>
            <a:endCxn id="17" idx="1"/>
          </p:cNvCxnSpPr>
          <p:nvPr/>
        </p:nvCxnSpPr>
        <p:spPr>
          <a:xfrm flipV="1">
            <a:off x="3270298" y="4405218"/>
            <a:ext cx="1671531" cy="2528024"/>
          </a:xfrm>
          <a:prstGeom prst="bentConnector3">
            <a:avLst>
              <a:gd name="adj1" fmla="val 755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TextBox 447">
            <a:extLst>
              <a:ext uri="{FF2B5EF4-FFF2-40B4-BE49-F238E27FC236}">
                <a16:creationId xmlns:a16="http://schemas.microsoft.com/office/drawing/2014/main" id="{285657F0-1E01-6132-7D49-F4D8AD271E02}"/>
              </a:ext>
            </a:extLst>
          </p:cNvPr>
          <p:cNvSpPr txBox="1"/>
          <p:nvPr/>
        </p:nvSpPr>
        <p:spPr>
          <a:xfrm>
            <a:off x="1804042" y="7741359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D2CBE09B-CAB1-DC85-DA36-48707C790E1E}"/>
              </a:ext>
            </a:extLst>
          </p:cNvPr>
          <p:cNvSpPr txBox="1"/>
          <p:nvPr/>
        </p:nvSpPr>
        <p:spPr>
          <a:xfrm>
            <a:off x="3367698" y="9293196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AC6A3B2A-FEA9-3095-1AD0-15C6E9EC7617}"/>
              </a:ext>
            </a:extLst>
          </p:cNvPr>
          <p:cNvSpPr txBox="1"/>
          <p:nvPr/>
        </p:nvSpPr>
        <p:spPr>
          <a:xfrm>
            <a:off x="1741705" y="8716622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AEB610D3-8E48-2A78-4852-0E513E8F99C2}"/>
              </a:ext>
            </a:extLst>
          </p:cNvPr>
          <p:cNvSpPr txBox="1"/>
          <p:nvPr/>
        </p:nvSpPr>
        <p:spPr>
          <a:xfrm>
            <a:off x="954361" y="7304638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BBAA06CF-9866-36AD-4855-F5DD1A3593E9}"/>
              </a:ext>
            </a:extLst>
          </p:cNvPr>
          <p:cNvSpPr txBox="1"/>
          <p:nvPr/>
        </p:nvSpPr>
        <p:spPr>
          <a:xfrm>
            <a:off x="944913" y="8313593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7157019-BC13-085B-BC14-BA5F1E58C509}"/>
              </a:ext>
            </a:extLst>
          </p:cNvPr>
          <p:cNvSpPr txBox="1"/>
          <p:nvPr/>
        </p:nvSpPr>
        <p:spPr>
          <a:xfrm>
            <a:off x="2198815" y="8715821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432D37F-AA40-3135-C657-3AFD87BFA9FC}"/>
              </a:ext>
            </a:extLst>
          </p:cNvPr>
          <p:cNvSpPr txBox="1"/>
          <p:nvPr/>
        </p:nvSpPr>
        <p:spPr>
          <a:xfrm>
            <a:off x="936253" y="9300755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58" name="TextBox 457">
            <a:extLst>
              <a:ext uri="{FF2B5EF4-FFF2-40B4-BE49-F238E27FC236}">
                <a16:creationId xmlns:a16="http://schemas.microsoft.com/office/drawing/2014/main" id="{FD638AD4-EAD3-0869-80F1-E3564477DC7C}"/>
              </a:ext>
            </a:extLst>
          </p:cNvPr>
          <p:cNvSpPr txBox="1"/>
          <p:nvPr/>
        </p:nvSpPr>
        <p:spPr>
          <a:xfrm>
            <a:off x="5598835" y="8004522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5A16CA3B-B555-EF9D-4FD4-15D1A3EB7EA1}"/>
              </a:ext>
            </a:extLst>
          </p:cNvPr>
          <p:cNvSpPr txBox="1"/>
          <p:nvPr/>
        </p:nvSpPr>
        <p:spPr>
          <a:xfrm>
            <a:off x="5598345" y="904813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True</a:t>
            </a: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0BCE6FDB-3C9A-5BB8-0037-B2D89D57F1F0}"/>
              </a:ext>
            </a:extLst>
          </p:cNvPr>
          <p:cNvSpPr txBox="1"/>
          <p:nvPr/>
        </p:nvSpPr>
        <p:spPr>
          <a:xfrm>
            <a:off x="6441027" y="7408643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866307F-B9D9-1909-B20A-6E3D3CA09C33}"/>
              </a:ext>
            </a:extLst>
          </p:cNvPr>
          <p:cNvSpPr txBox="1"/>
          <p:nvPr/>
        </p:nvSpPr>
        <p:spPr>
          <a:xfrm>
            <a:off x="6471493" y="8449338"/>
            <a:ext cx="4844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89952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3E24B02-6537-992B-2B9A-81785629C56A}"/>
              </a:ext>
            </a:extLst>
          </p:cNvPr>
          <p:cNvSpPr/>
          <p:nvPr/>
        </p:nvSpPr>
        <p:spPr>
          <a:xfrm>
            <a:off x="2936246" y="258706"/>
            <a:ext cx="1314135" cy="55019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960F25E1-B03D-5A80-B549-614602BE1966}"/>
              </a:ext>
            </a:extLst>
          </p:cNvPr>
          <p:cNvSpPr/>
          <p:nvPr/>
        </p:nvSpPr>
        <p:spPr>
          <a:xfrm>
            <a:off x="286832" y="1102171"/>
            <a:ext cx="2122514" cy="54362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ICESat-2 ATL08 Beam Data </a:t>
            </a:r>
            <a:r>
              <a:rPr lang="en-US" sz="1200" dirty="0" err="1"/>
              <a:t>DataFrame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C2C144-3873-4BCA-D599-1E97E729312A}"/>
              </a:ext>
            </a:extLst>
          </p:cNvPr>
          <p:cNvSpPr/>
          <p:nvPr/>
        </p:nvSpPr>
        <p:spPr>
          <a:xfrm>
            <a:off x="4969875" y="1940548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Calculate Basic Stats Aggregated by Polygon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499DB7-BA1D-03BA-D416-0BF70EE5EA25}"/>
              </a:ext>
            </a:extLst>
          </p:cNvPr>
          <p:cNvSpPr/>
          <p:nvPr/>
        </p:nvSpPr>
        <p:spPr>
          <a:xfrm>
            <a:off x="3901544" y="8197416"/>
            <a:ext cx="2122515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ICESat-2_ATL08.csv </a:t>
            </a:r>
          </a:p>
        </p:txBody>
      </p:sp>
      <p:sp>
        <p:nvSpPr>
          <p:cNvPr id="3" name="Data 2">
            <a:extLst>
              <a:ext uri="{FF2B5EF4-FFF2-40B4-BE49-F238E27FC236}">
                <a16:creationId xmlns:a16="http://schemas.microsoft.com/office/drawing/2014/main" id="{99546C56-DC08-0EE1-85D7-9A3AEAABB292}"/>
              </a:ext>
            </a:extLst>
          </p:cNvPr>
          <p:cNvSpPr/>
          <p:nvPr/>
        </p:nvSpPr>
        <p:spPr>
          <a:xfrm>
            <a:off x="4774585" y="1102172"/>
            <a:ext cx="2122514" cy="54362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GEDI L2A Beam Data </a:t>
            </a:r>
            <a:r>
              <a:rPr lang="en-US" sz="1200" dirty="0" err="1"/>
              <a:t>DataFrame</a:t>
            </a:r>
            <a:endParaRPr lang="en-US" sz="1200" dirty="0"/>
          </a:p>
        </p:txBody>
      </p:sp>
      <p:sp>
        <p:nvSpPr>
          <p:cNvPr id="13" name="Data 12">
            <a:extLst>
              <a:ext uri="{FF2B5EF4-FFF2-40B4-BE49-F238E27FC236}">
                <a16:creationId xmlns:a16="http://schemas.microsoft.com/office/drawing/2014/main" id="{5930C545-4307-B66C-CFDC-59E85039814A}"/>
              </a:ext>
            </a:extLst>
          </p:cNvPr>
          <p:cNvSpPr/>
          <p:nvPr/>
        </p:nvSpPr>
        <p:spPr>
          <a:xfrm>
            <a:off x="2532056" y="1102172"/>
            <a:ext cx="2122514" cy="543625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Choice of Aggregation Methods</a:t>
            </a:r>
          </a:p>
        </p:txBody>
      </p:sp>
      <p:sp>
        <p:nvSpPr>
          <p:cNvPr id="15" name="Data 14">
            <a:extLst>
              <a:ext uri="{FF2B5EF4-FFF2-40B4-BE49-F238E27FC236}">
                <a16:creationId xmlns:a16="http://schemas.microsoft.com/office/drawing/2014/main" id="{0225BEE8-D843-2991-CC85-1BEA6207D6C8}"/>
              </a:ext>
            </a:extLst>
          </p:cNvPr>
          <p:cNvSpPr/>
          <p:nvPr/>
        </p:nvSpPr>
        <p:spPr>
          <a:xfrm>
            <a:off x="2538399" y="3396427"/>
            <a:ext cx="2122514" cy="543626"/>
          </a:xfrm>
          <a:prstGeom prst="flowChartInputOutp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Choice of Output Format(s)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C28A82-D7BB-B3E2-6E6E-4BCDF529700C}"/>
              </a:ext>
            </a:extLst>
          </p:cNvPr>
          <p:cNvSpPr/>
          <p:nvPr/>
        </p:nvSpPr>
        <p:spPr>
          <a:xfrm>
            <a:off x="482122" y="1940548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Calculate Basic Stats Aggregated by Polygon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9751B-080E-10E5-AD00-54DAFEEA2880}"/>
              </a:ext>
            </a:extLst>
          </p:cNvPr>
          <p:cNvSpPr/>
          <p:nvPr/>
        </p:nvSpPr>
        <p:spPr>
          <a:xfrm>
            <a:off x="2725998" y="1939070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Comparison </a:t>
            </a:r>
            <a:r>
              <a:rPr lang="en-US" sz="1200" dirty="0" err="1"/>
              <a:t>DataFrame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106DA4-C13A-DA7A-025E-8F1F569053A6}"/>
              </a:ext>
            </a:extLst>
          </p:cNvPr>
          <p:cNvSpPr/>
          <p:nvPr/>
        </p:nvSpPr>
        <p:spPr>
          <a:xfrm>
            <a:off x="2733689" y="4220279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Apply Formatting Parameters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077A16-BE04-5F7C-3CBA-3C840BE59E9A}"/>
              </a:ext>
            </a:extLst>
          </p:cNvPr>
          <p:cNvSpPr/>
          <p:nvPr/>
        </p:nvSpPr>
        <p:spPr>
          <a:xfrm>
            <a:off x="482122" y="7432437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Export </a:t>
            </a:r>
            <a:r>
              <a:rPr lang="en-US" sz="1200" dirty="0" err="1"/>
              <a:t>GeoDataFrames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C8BF38-79A9-784A-1802-B1AC0F06B42D}"/>
              </a:ext>
            </a:extLst>
          </p:cNvPr>
          <p:cNvSpPr/>
          <p:nvPr/>
        </p:nvSpPr>
        <p:spPr>
          <a:xfrm>
            <a:off x="2733689" y="2665987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Compare Statistics Between Satellites</a:t>
            </a:r>
          </a:p>
        </p:txBody>
      </p:sp>
      <p:sp>
        <p:nvSpPr>
          <p:cNvPr id="25" name="Decision 24">
            <a:extLst>
              <a:ext uri="{FF2B5EF4-FFF2-40B4-BE49-F238E27FC236}">
                <a16:creationId xmlns:a16="http://schemas.microsoft.com/office/drawing/2014/main" id="{567559F7-1E7E-EA7A-3620-F5CE506A0846}"/>
              </a:ext>
            </a:extLst>
          </p:cNvPr>
          <p:cNvSpPr/>
          <p:nvPr/>
        </p:nvSpPr>
        <p:spPr>
          <a:xfrm>
            <a:off x="4962804" y="6214432"/>
            <a:ext cx="1731934" cy="965220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Shapefile &amp; CSV?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CFC955-D4D5-7C3C-F0CA-03340997037F}"/>
              </a:ext>
            </a:extLst>
          </p:cNvPr>
          <p:cNvSpPr/>
          <p:nvPr/>
        </p:nvSpPr>
        <p:spPr>
          <a:xfrm>
            <a:off x="482122" y="6481697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Convert to </a:t>
            </a:r>
            <a:r>
              <a:rPr lang="en-US" sz="1200" dirty="0" err="1"/>
              <a:t>GeoDataFrame</a:t>
            </a:r>
            <a:endParaRPr lang="en-US" sz="1200" dirty="0"/>
          </a:p>
        </p:txBody>
      </p:sp>
      <p:sp>
        <p:nvSpPr>
          <p:cNvPr id="29" name="Decision 28">
            <a:extLst>
              <a:ext uri="{FF2B5EF4-FFF2-40B4-BE49-F238E27FC236}">
                <a16:creationId xmlns:a16="http://schemas.microsoft.com/office/drawing/2014/main" id="{390EA16C-B3B4-809D-978F-BA2AD506A380}"/>
              </a:ext>
            </a:extLst>
          </p:cNvPr>
          <p:cNvSpPr/>
          <p:nvPr/>
        </p:nvSpPr>
        <p:spPr>
          <a:xfrm>
            <a:off x="2733689" y="4939463"/>
            <a:ext cx="1731934" cy="965220"/>
          </a:xfrm>
          <a:prstGeom prst="flowChartDecision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Shapefile Only?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ED7C3A-810D-11A4-A166-F187681687C8}"/>
              </a:ext>
            </a:extLst>
          </p:cNvPr>
          <p:cNvSpPr/>
          <p:nvPr/>
        </p:nvSpPr>
        <p:spPr>
          <a:xfrm>
            <a:off x="4969875" y="7432437"/>
            <a:ext cx="1731934" cy="430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Export </a:t>
            </a:r>
            <a:r>
              <a:rPr lang="en-US" sz="1200" dirty="0" err="1"/>
              <a:t>DataFrames</a:t>
            </a:r>
            <a:endParaRPr lang="en-US" sz="12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FE857C-1D8E-81E3-8470-FD99AD5E0934}"/>
              </a:ext>
            </a:extLst>
          </p:cNvPr>
          <p:cNvSpPr/>
          <p:nvPr/>
        </p:nvSpPr>
        <p:spPr>
          <a:xfrm>
            <a:off x="3901543" y="8755318"/>
            <a:ext cx="2122515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GEDI_L2A.csv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844150C-BCBA-9E15-657B-C4AE5DE20A0D}"/>
              </a:ext>
            </a:extLst>
          </p:cNvPr>
          <p:cNvSpPr/>
          <p:nvPr/>
        </p:nvSpPr>
        <p:spPr>
          <a:xfrm>
            <a:off x="3901542" y="9313220"/>
            <a:ext cx="2122515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Comparison.csv</a:t>
            </a:r>
            <a:r>
              <a:rPr lang="en-US" sz="1200" dirty="0"/>
              <a:t> 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B7E148D-B480-2CDE-14E9-2A6ED153AA4A}"/>
              </a:ext>
            </a:extLst>
          </p:cNvPr>
          <p:cNvSpPr/>
          <p:nvPr/>
        </p:nvSpPr>
        <p:spPr>
          <a:xfrm>
            <a:off x="1175254" y="9317537"/>
            <a:ext cx="2167421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Comparison.shp</a:t>
            </a:r>
            <a:r>
              <a:rPr lang="en-US" sz="1200" dirty="0"/>
              <a:t> 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4DEE535-304C-9B53-E7CC-D6D9C4C67356}"/>
              </a:ext>
            </a:extLst>
          </p:cNvPr>
          <p:cNvSpPr/>
          <p:nvPr/>
        </p:nvSpPr>
        <p:spPr>
          <a:xfrm>
            <a:off x="1175255" y="8758284"/>
            <a:ext cx="2167421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GEDI_L2A.shp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C0EEA70-19B3-21E2-56BE-44B88893B16E}"/>
              </a:ext>
            </a:extLst>
          </p:cNvPr>
          <p:cNvSpPr/>
          <p:nvPr/>
        </p:nvSpPr>
        <p:spPr>
          <a:xfrm>
            <a:off x="1175256" y="8198911"/>
            <a:ext cx="2167421" cy="43068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ICESat-2_ATL08.shp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2C0D4739-D4D7-25C4-EC5F-38521077AC2C}"/>
              </a:ext>
            </a:extLst>
          </p:cNvPr>
          <p:cNvCxnSpPr>
            <a:stCxn id="4" idx="4"/>
            <a:endCxn id="13" idx="1"/>
          </p:cNvCxnSpPr>
          <p:nvPr/>
        </p:nvCxnSpPr>
        <p:spPr>
          <a:xfrm rot="5400000">
            <a:off x="3446678" y="955535"/>
            <a:ext cx="293273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70B8CA30-0728-BF56-A107-1B2E682C1C07}"/>
              </a:ext>
            </a:extLst>
          </p:cNvPr>
          <p:cNvCxnSpPr>
            <a:stCxn id="4" idx="4"/>
            <a:endCxn id="3" idx="1"/>
          </p:cNvCxnSpPr>
          <p:nvPr/>
        </p:nvCxnSpPr>
        <p:spPr>
          <a:xfrm rot="16200000" flipH="1">
            <a:off x="4567942" y="-165729"/>
            <a:ext cx="293273" cy="22425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1E391930-6CDE-7001-75B3-ECBAFCEECCAC}"/>
              </a:ext>
            </a:extLst>
          </p:cNvPr>
          <p:cNvCxnSpPr>
            <a:stCxn id="4" idx="4"/>
            <a:endCxn id="5" idx="1"/>
          </p:cNvCxnSpPr>
          <p:nvPr/>
        </p:nvCxnSpPr>
        <p:spPr>
          <a:xfrm rot="5400000">
            <a:off x="2324066" y="-167077"/>
            <a:ext cx="293272" cy="22452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B4693C4-A11A-2332-27E4-789B4825AE13}"/>
              </a:ext>
            </a:extLst>
          </p:cNvPr>
          <p:cNvCxnSpPr>
            <a:stCxn id="5" idx="4"/>
            <a:endCxn id="19" idx="0"/>
          </p:cNvCxnSpPr>
          <p:nvPr/>
        </p:nvCxnSpPr>
        <p:spPr>
          <a:xfrm>
            <a:off x="1348089" y="1645797"/>
            <a:ext cx="0" cy="294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C9AC70F-BFE4-A051-830F-BE9C70DE0AC0}"/>
              </a:ext>
            </a:extLst>
          </p:cNvPr>
          <p:cNvCxnSpPr>
            <a:stCxn id="13" idx="4"/>
            <a:endCxn id="20" idx="0"/>
          </p:cNvCxnSpPr>
          <p:nvPr/>
        </p:nvCxnSpPr>
        <p:spPr>
          <a:xfrm flipH="1">
            <a:off x="3591965" y="1645797"/>
            <a:ext cx="1348" cy="293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7C229E7-4C08-D7E0-1CBF-8CCD4F7A40FE}"/>
              </a:ext>
            </a:extLst>
          </p:cNvPr>
          <p:cNvCxnSpPr>
            <a:stCxn id="3" idx="4"/>
            <a:endCxn id="6" idx="0"/>
          </p:cNvCxnSpPr>
          <p:nvPr/>
        </p:nvCxnSpPr>
        <p:spPr>
          <a:xfrm>
            <a:off x="5835842" y="1645797"/>
            <a:ext cx="0" cy="294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1B0156B-4C7C-2853-D02D-380C00DA4168}"/>
              </a:ext>
            </a:extLst>
          </p:cNvPr>
          <p:cNvCxnSpPr>
            <a:stCxn id="20" idx="2"/>
            <a:endCxn id="24" idx="0"/>
          </p:cNvCxnSpPr>
          <p:nvPr/>
        </p:nvCxnSpPr>
        <p:spPr>
          <a:xfrm>
            <a:off x="3591965" y="2369758"/>
            <a:ext cx="7691" cy="296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0346F08-445B-CC0C-F0ED-11F9DB384F72}"/>
              </a:ext>
            </a:extLst>
          </p:cNvPr>
          <p:cNvCxnSpPr>
            <a:stCxn id="24" idx="2"/>
            <a:endCxn id="15" idx="1"/>
          </p:cNvCxnSpPr>
          <p:nvPr/>
        </p:nvCxnSpPr>
        <p:spPr>
          <a:xfrm>
            <a:off x="3599656" y="3096675"/>
            <a:ext cx="0" cy="299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2CF4C79-F71C-EDE2-1993-D157038B41BD}"/>
              </a:ext>
            </a:extLst>
          </p:cNvPr>
          <p:cNvCxnSpPr>
            <a:cxnSpLocks/>
            <a:stCxn id="15" idx="4"/>
            <a:endCxn id="22" idx="0"/>
          </p:cNvCxnSpPr>
          <p:nvPr/>
        </p:nvCxnSpPr>
        <p:spPr>
          <a:xfrm>
            <a:off x="3599656" y="3940053"/>
            <a:ext cx="0" cy="280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BE88C01-65BC-B438-7039-C623A08037FF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3599656" y="4650967"/>
            <a:ext cx="0" cy="288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E785B8B7-F52D-9729-607A-CBA0EEBA7F83}"/>
              </a:ext>
            </a:extLst>
          </p:cNvPr>
          <p:cNvCxnSpPr>
            <a:cxnSpLocks/>
            <a:stCxn id="29" idx="3"/>
            <a:endCxn id="25" idx="0"/>
          </p:cNvCxnSpPr>
          <p:nvPr/>
        </p:nvCxnSpPr>
        <p:spPr>
          <a:xfrm>
            <a:off x="4465623" y="5422073"/>
            <a:ext cx="1363148" cy="79235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6149F67D-618E-CBC5-1C77-49CA61BEC5FE}"/>
              </a:ext>
            </a:extLst>
          </p:cNvPr>
          <p:cNvCxnSpPr>
            <a:cxnSpLocks/>
            <a:stCxn id="29" idx="1"/>
            <a:endCxn id="27" idx="0"/>
          </p:cNvCxnSpPr>
          <p:nvPr/>
        </p:nvCxnSpPr>
        <p:spPr>
          <a:xfrm rot="10800000" flipV="1">
            <a:off x="1348089" y="5422073"/>
            <a:ext cx="1385600" cy="10596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8999EBC-2A8E-91E5-6940-42AF25391E7B}"/>
              </a:ext>
            </a:extLst>
          </p:cNvPr>
          <p:cNvCxnSpPr>
            <a:stCxn id="27" idx="2"/>
            <a:endCxn id="23" idx="0"/>
          </p:cNvCxnSpPr>
          <p:nvPr/>
        </p:nvCxnSpPr>
        <p:spPr>
          <a:xfrm>
            <a:off x="1348089" y="6912385"/>
            <a:ext cx="0" cy="520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BF071E29-0157-9CAB-A7F7-94E007ADDF1F}"/>
              </a:ext>
            </a:extLst>
          </p:cNvPr>
          <p:cNvCxnSpPr>
            <a:stCxn id="23" idx="2"/>
            <a:endCxn id="35" idx="2"/>
          </p:cNvCxnSpPr>
          <p:nvPr/>
        </p:nvCxnSpPr>
        <p:spPr>
          <a:xfrm rot="5400000">
            <a:off x="986108" y="8052274"/>
            <a:ext cx="551130" cy="172833"/>
          </a:xfrm>
          <a:prstGeom prst="bentConnector4">
            <a:avLst>
              <a:gd name="adj1" fmla="val 30463"/>
              <a:gd name="adj2" fmla="val 2960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296E0DA4-6EA2-B3DA-E7B9-3F0C6AA9E07B}"/>
              </a:ext>
            </a:extLst>
          </p:cNvPr>
          <p:cNvCxnSpPr>
            <a:stCxn id="23" idx="2"/>
            <a:endCxn id="34" idx="2"/>
          </p:cNvCxnSpPr>
          <p:nvPr/>
        </p:nvCxnSpPr>
        <p:spPr>
          <a:xfrm rot="5400000">
            <a:off x="706421" y="8331959"/>
            <a:ext cx="1110503" cy="172834"/>
          </a:xfrm>
          <a:prstGeom prst="bentConnector4">
            <a:avLst>
              <a:gd name="adj1" fmla="val 15503"/>
              <a:gd name="adj2" fmla="val 2960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F330BD58-EF56-B27F-12D8-C80C09C3861C}"/>
              </a:ext>
            </a:extLst>
          </p:cNvPr>
          <p:cNvCxnSpPr>
            <a:stCxn id="23" idx="2"/>
            <a:endCxn id="33" idx="2"/>
          </p:cNvCxnSpPr>
          <p:nvPr/>
        </p:nvCxnSpPr>
        <p:spPr>
          <a:xfrm rot="5400000">
            <a:off x="426794" y="8611586"/>
            <a:ext cx="1669756" cy="172835"/>
          </a:xfrm>
          <a:prstGeom prst="bentConnector4">
            <a:avLst>
              <a:gd name="adj1" fmla="val 10233"/>
              <a:gd name="adj2" fmla="val 29600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61E9E7-1878-32BD-9892-A1304631A57E}"/>
              </a:ext>
            </a:extLst>
          </p:cNvPr>
          <p:cNvCxnSpPr>
            <a:stCxn id="30" idx="2"/>
            <a:endCxn id="8" idx="6"/>
          </p:cNvCxnSpPr>
          <p:nvPr/>
        </p:nvCxnSpPr>
        <p:spPr>
          <a:xfrm rot="16200000" flipH="1">
            <a:off x="5655133" y="8043833"/>
            <a:ext cx="549635" cy="188217"/>
          </a:xfrm>
          <a:prstGeom prst="bentConnector4">
            <a:avLst>
              <a:gd name="adj1" fmla="val 30410"/>
              <a:gd name="adj2" fmla="val 2859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14DB6972-CAD2-FBA1-90FE-5FD124CEBCC3}"/>
              </a:ext>
            </a:extLst>
          </p:cNvPr>
          <p:cNvCxnSpPr>
            <a:stCxn id="30" idx="2"/>
            <a:endCxn id="31" idx="6"/>
          </p:cNvCxnSpPr>
          <p:nvPr/>
        </p:nvCxnSpPr>
        <p:spPr>
          <a:xfrm rot="16200000" flipH="1">
            <a:off x="5376182" y="8322785"/>
            <a:ext cx="1107537" cy="188216"/>
          </a:xfrm>
          <a:prstGeom prst="bentConnector4">
            <a:avLst>
              <a:gd name="adj1" fmla="val 15410"/>
              <a:gd name="adj2" fmla="val 28595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3FD49C13-34F2-1A10-FC4B-6EBD3BF367ED}"/>
              </a:ext>
            </a:extLst>
          </p:cNvPr>
          <p:cNvCxnSpPr>
            <a:stCxn id="30" idx="2"/>
            <a:endCxn id="32" idx="6"/>
          </p:cNvCxnSpPr>
          <p:nvPr/>
        </p:nvCxnSpPr>
        <p:spPr>
          <a:xfrm rot="16200000" flipH="1">
            <a:off x="5097230" y="8601736"/>
            <a:ext cx="1665439" cy="188215"/>
          </a:xfrm>
          <a:prstGeom prst="bentConnector4">
            <a:avLst>
              <a:gd name="adj1" fmla="val 10129"/>
              <a:gd name="adj2" fmla="val 2859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F54DEF-D7F4-768D-287D-7C81EA9FB9D0}"/>
              </a:ext>
            </a:extLst>
          </p:cNvPr>
          <p:cNvCxnSpPr>
            <a:stCxn id="25" idx="2"/>
            <a:endCxn id="30" idx="0"/>
          </p:cNvCxnSpPr>
          <p:nvPr/>
        </p:nvCxnSpPr>
        <p:spPr>
          <a:xfrm>
            <a:off x="5828771" y="7179652"/>
            <a:ext cx="7071" cy="252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29A9C898-E883-32CE-D450-D91C812CDE8E}"/>
              </a:ext>
            </a:extLst>
          </p:cNvPr>
          <p:cNvCxnSpPr>
            <a:cxnSpLocks/>
            <a:stCxn id="25" idx="1"/>
            <a:endCxn id="30" idx="1"/>
          </p:cNvCxnSpPr>
          <p:nvPr/>
        </p:nvCxnSpPr>
        <p:spPr>
          <a:xfrm rot="10800000" flipH="1" flipV="1">
            <a:off x="4962803" y="6697041"/>
            <a:ext cx="7071" cy="950739"/>
          </a:xfrm>
          <a:prstGeom prst="bentConnector3">
            <a:avLst>
              <a:gd name="adj1" fmla="val -759034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D5D2D087-6181-A661-F747-64B9B0C918E1}"/>
              </a:ext>
            </a:extLst>
          </p:cNvPr>
          <p:cNvCxnSpPr>
            <a:cxnSpLocks/>
            <a:stCxn id="25" idx="1"/>
            <a:endCxn id="27" idx="3"/>
          </p:cNvCxnSpPr>
          <p:nvPr/>
        </p:nvCxnSpPr>
        <p:spPr>
          <a:xfrm rot="10800000">
            <a:off x="2214056" y="6697042"/>
            <a:ext cx="274874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C4FFCAC-22C7-A2F9-01D9-83183A9468EF}"/>
              </a:ext>
            </a:extLst>
          </p:cNvPr>
          <p:cNvSpPr txBox="1"/>
          <p:nvPr/>
        </p:nvSpPr>
        <p:spPr>
          <a:xfrm>
            <a:off x="152112" y="4074849"/>
            <a:ext cx="261858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Flowchart C:</a:t>
            </a:r>
          </a:p>
          <a:p>
            <a:endParaRPr lang="en-US" sz="1200" dirty="0"/>
          </a:p>
          <a:p>
            <a:r>
              <a:rPr lang="en-US" dirty="0"/>
              <a:t>Steps 4-6:</a:t>
            </a:r>
          </a:p>
          <a:p>
            <a:r>
              <a:rPr lang="en-US" sz="1400" dirty="0"/>
              <a:t>Statistics, Comparison, </a:t>
            </a:r>
          </a:p>
          <a:p>
            <a:r>
              <a:rPr lang="en-US" sz="1400" dirty="0"/>
              <a:t>and Output</a:t>
            </a:r>
          </a:p>
        </p:txBody>
      </p:sp>
      <p:cxnSp>
        <p:nvCxnSpPr>
          <p:cNvPr id="149" name="Elbow Connector 148">
            <a:extLst>
              <a:ext uri="{FF2B5EF4-FFF2-40B4-BE49-F238E27FC236}">
                <a16:creationId xmlns:a16="http://schemas.microsoft.com/office/drawing/2014/main" id="{5165A7FE-FD86-113C-AC14-BB6342588F5A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 rot="5400000">
            <a:off x="3793228" y="2177664"/>
            <a:ext cx="1849043" cy="2236186"/>
          </a:xfrm>
          <a:prstGeom prst="bentConnector3">
            <a:avLst>
              <a:gd name="adj1" fmla="val 912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0C71C25E-ECD6-E5E9-4D84-9363430C070F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 rot="16200000" flipH="1">
            <a:off x="1549351" y="2169973"/>
            <a:ext cx="1849043" cy="2251567"/>
          </a:xfrm>
          <a:prstGeom prst="bentConnector3">
            <a:avLst>
              <a:gd name="adj1" fmla="val 912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67FC516-4D6E-8824-C485-8F387513E34C}"/>
              </a:ext>
            </a:extLst>
          </p:cNvPr>
          <p:cNvSpPr txBox="1"/>
          <p:nvPr/>
        </p:nvSpPr>
        <p:spPr>
          <a:xfrm>
            <a:off x="2262598" y="5168759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662C2-70B5-C5AF-1463-68268061E1E7}"/>
              </a:ext>
            </a:extLst>
          </p:cNvPr>
          <p:cNvSpPr txBox="1"/>
          <p:nvPr/>
        </p:nvSpPr>
        <p:spPr>
          <a:xfrm>
            <a:off x="4457932" y="6432242"/>
            <a:ext cx="471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F10403-F9C4-EC6C-647C-100D2E5058A7}"/>
              </a:ext>
            </a:extLst>
          </p:cNvPr>
          <p:cNvSpPr txBox="1"/>
          <p:nvPr/>
        </p:nvSpPr>
        <p:spPr>
          <a:xfrm>
            <a:off x="4457932" y="5163426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11314-D0F0-E79A-A5D2-2DB22243E609}"/>
              </a:ext>
            </a:extLst>
          </p:cNvPr>
          <p:cNvSpPr txBox="1"/>
          <p:nvPr/>
        </p:nvSpPr>
        <p:spPr>
          <a:xfrm>
            <a:off x="5817013" y="7148825"/>
            <a:ext cx="541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8FF93A-DCA8-9BD6-83E0-530C7462BD4B}"/>
              </a:ext>
            </a:extLst>
          </p:cNvPr>
          <p:cNvSpPr/>
          <p:nvPr/>
        </p:nvSpPr>
        <p:spPr>
          <a:xfrm>
            <a:off x="2427379" y="9936884"/>
            <a:ext cx="2400789" cy="689234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of Step 6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E808B6B-0690-E2D8-C813-97F241087678}"/>
              </a:ext>
            </a:extLst>
          </p:cNvPr>
          <p:cNvCxnSpPr>
            <a:cxnSpLocks/>
            <a:endCxn id="14" idx="6"/>
          </p:cNvCxnSpPr>
          <p:nvPr/>
        </p:nvCxnSpPr>
        <p:spPr>
          <a:xfrm rot="10800000" flipV="1">
            <a:off x="4828169" y="9528563"/>
            <a:ext cx="1530725" cy="752938"/>
          </a:xfrm>
          <a:prstGeom prst="bentConnector3">
            <a:avLst>
              <a:gd name="adj1" fmla="val -6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271FFB7C-9EC2-B2E7-BB13-645B34795DD0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840417" y="9539748"/>
            <a:ext cx="1586962" cy="741753"/>
          </a:xfrm>
          <a:prstGeom prst="bentConnector3">
            <a:avLst>
              <a:gd name="adj1" fmla="val -10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43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316</Words>
  <Application>Microsoft Macintosh PowerPoint</Application>
  <PresentationFormat>Custom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Vincent Ribberink</dc:creator>
  <cp:lastModifiedBy>Vincent Ribberink</cp:lastModifiedBy>
  <cp:revision>22</cp:revision>
  <dcterms:created xsi:type="dcterms:W3CDTF">2026-02-22T00:37:33Z</dcterms:created>
  <dcterms:modified xsi:type="dcterms:W3CDTF">2026-03-06T14:00:24Z</dcterms:modified>
</cp:coreProperties>
</file>