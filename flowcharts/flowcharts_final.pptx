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60" r:id="rId3"/>
  </p:sldIdLst>
  <p:sldSz cx="7199313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659"/>
    <p:restoredTop sz="96331"/>
  </p:normalViewPr>
  <p:slideViewPr>
    <p:cSldViewPr snapToGrid="0">
      <p:cViewPr>
        <p:scale>
          <a:sx n="142" d="100"/>
          <a:sy n="142" d="100"/>
        </p:scale>
        <p:origin x="6536" y="-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1767462"/>
            <a:ext cx="6119416" cy="3759917"/>
          </a:xfrm>
        </p:spPr>
        <p:txBody>
          <a:bodyPr anchor="b"/>
          <a:lstStyle>
            <a:lvl1pPr algn="ctr">
              <a:defRPr sz="47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5672376"/>
            <a:ext cx="5399485" cy="2607442"/>
          </a:xfrm>
        </p:spPr>
        <p:txBody>
          <a:bodyPr/>
          <a:lstStyle>
            <a:lvl1pPr marL="0" indent="0" algn="ctr">
              <a:buNone/>
              <a:defRPr sz="1890"/>
            </a:lvl1pPr>
            <a:lvl2pPr marL="359954" indent="0" algn="ctr">
              <a:buNone/>
              <a:defRPr sz="1575"/>
            </a:lvl2pPr>
            <a:lvl3pPr marL="719907" indent="0" algn="ctr">
              <a:buNone/>
              <a:defRPr sz="1417"/>
            </a:lvl3pPr>
            <a:lvl4pPr marL="1079861" indent="0" algn="ctr">
              <a:buNone/>
              <a:defRPr sz="1260"/>
            </a:lvl4pPr>
            <a:lvl5pPr marL="1439814" indent="0" algn="ctr">
              <a:buNone/>
              <a:defRPr sz="1260"/>
            </a:lvl5pPr>
            <a:lvl6pPr marL="1799768" indent="0" algn="ctr">
              <a:buNone/>
              <a:defRPr sz="1260"/>
            </a:lvl6pPr>
            <a:lvl7pPr marL="2159721" indent="0" algn="ctr">
              <a:buNone/>
              <a:defRPr sz="1260"/>
            </a:lvl7pPr>
            <a:lvl8pPr marL="2519675" indent="0" algn="ctr">
              <a:buNone/>
              <a:defRPr sz="1260"/>
            </a:lvl8pPr>
            <a:lvl9pPr marL="2879628" indent="0" algn="ctr">
              <a:buNone/>
              <a:defRPr sz="12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8E322-D2FC-CC4F-848A-FCF73E35E421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47E15-7667-5F4C-B329-83D17ACFF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624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8E322-D2FC-CC4F-848A-FCF73E35E421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47E15-7667-5F4C-B329-83D17ACFF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815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4" y="2692444"/>
            <a:ext cx="6209407" cy="4492401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4" y="7227345"/>
            <a:ext cx="6209407" cy="2362447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1pPr>
            <a:lvl2pPr marL="359954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2pPr>
            <a:lvl3pPr marL="719907" indent="0">
              <a:buNone/>
              <a:defRPr sz="1417">
                <a:solidFill>
                  <a:schemeClr val="tx1">
                    <a:tint val="82000"/>
                  </a:schemeClr>
                </a:solidFill>
              </a:defRPr>
            </a:lvl3pPr>
            <a:lvl4pPr marL="1079861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4pPr>
            <a:lvl5pPr marL="1439814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5pPr>
            <a:lvl6pPr marL="1799768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6pPr>
            <a:lvl7pPr marL="2159721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7pPr>
            <a:lvl8pPr marL="2519675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8pPr>
            <a:lvl9pPr marL="2879628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8E322-D2FC-CC4F-848A-FCF73E35E421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47E15-7667-5F4C-B329-83D17ACFF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361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2874937"/>
            <a:ext cx="3059708" cy="6852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2874937"/>
            <a:ext cx="3059708" cy="6852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8E322-D2FC-CC4F-848A-FCF73E35E421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47E15-7667-5F4C-B329-83D17ACFF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873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574990"/>
            <a:ext cx="6209407" cy="208745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2647443"/>
            <a:ext cx="3045646" cy="129747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3944914"/>
            <a:ext cx="3045646" cy="5802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2647443"/>
            <a:ext cx="3060646" cy="129747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3944914"/>
            <a:ext cx="3060646" cy="5802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8E322-D2FC-CC4F-848A-FCF73E35E421}" type="datetimeFigureOut">
              <a:rPr lang="en-US" smtClean="0"/>
              <a:t>4/6/26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47E15-7667-5F4C-B329-83D17ACFF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12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8E322-D2FC-CC4F-848A-FCF73E35E421}" type="datetimeFigureOut">
              <a:rPr lang="en-US" smtClean="0"/>
              <a:t>4/6/26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47E15-7667-5F4C-B329-83D17ACFF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717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8E322-D2FC-CC4F-848A-FCF73E35E421}" type="datetimeFigureOut">
              <a:rPr lang="en-US" smtClean="0"/>
              <a:t>4/6/26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47E15-7667-5F4C-B329-83D17ACFF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467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719984"/>
            <a:ext cx="2321966" cy="2519945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1554968"/>
            <a:ext cx="3644652" cy="7674832"/>
          </a:xfrm>
        </p:spPr>
        <p:txBody>
          <a:bodyPr/>
          <a:lstStyle>
            <a:lvl1pPr>
              <a:defRPr sz="2519"/>
            </a:lvl1pPr>
            <a:lvl2pPr>
              <a:defRPr sz="2204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3239929"/>
            <a:ext cx="2321966" cy="6002369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8E322-D2FC-CC4F-848A-FCF73E35E421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47E15-7667-5F4C-B329-83D17ACFF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777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719984"/>
            <a:ext cx="2321966" cy="2519945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1554968"/>
            <a:ext cx="3644652" cy="7674832"/>
          </a:xfrm>
        </p:spPr>
        <p:txBody>
          <a:bodyPr anchor="t"/>
          <a:lstStyle>
            <a:lvl1pPr marL="0" indent="0">
              <a:buNone/>
              <a:defRPr sz="2519"/>
            </a:lvl1pPr>
            <a:lvl2pPr marL="359954" indent="0">
              <a:buNone/>
              <a:defRPr sz="2204"/>
            </a:lvl2pPr>
            <a:lvl3pPr marL="719907" indent="0">
              <a:buNone/>
              <a:defRPr sz="1890"/>
            </a:lvl3pPr>
            <a:lvl4pPr marL="1079861" indent="0">
              <a:buNone/>
              <a:defRPr sz="1575"/>
            </a:lvl4pPr>
            <a:lvl5pPr marL="1439814" indent="0">
              <a:buNone/>
              <a:defRPr sz="1575"/>
            </a:lvl5pPr>
            <a:lvl6pPr marL="1799768" indent="0">
              <a:buNone/>
              <a:defRPr sz="1575"/>
            </a:lvl6pPr>
            <a:lvl7pPr marL="2159721" indent="0">
              <a:buNone/>
              <a:defRPr sz="1575"/>
            </a:lvl7pPr>
            <a:lvl8pPr marL="2519675" indent="0">
              <a:buNone/>
              <a:defRPr sz="1575"/>
            </a:lvl8pPr>
            <a:lvl9pPr marL="2879628" indent="0">
              <a:buNone/>
              <a:defRPr sz="157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3239929"/>
            <a:ext cx="2321966" cy="6002369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8E322-D2FC-CC4F-848A-FCF73E35E421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47E15-7667-5F4C-B329-83D17ACFF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257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8E322-D2FC-CC4F-848A-FCF73E35E421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47E15-7667-5F4C-B329-83D17ACFF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752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9" y="574987"/>
            <a:ext cx="1552352" cy="91523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574987"/>
            <a:ext cx="4567064" cy="9152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8E322-D2FC-CC4F-848A-FCF73E35E421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47E15-7667-5F4C-B329-83D17ACFF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231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574990"/>
            <a:ext cx="6209407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2874937"/>
            <a:ext cx="6209407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10009783"/>
            <a:ext cx="1619845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38E322-D2FC-CC4F-848A-FCF73E35E421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10009783"/>
            <a:ext cx="2429768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10009783"/>
            <a:ext cx="1619845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E47E15-7667-5F4C-B329-83D17ACFF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988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19907" rtl="0" eaLnBrk="1" latinLnBrk="0" hangingPunct="1">
        <a:lnSpc>
          <a:spcPct val="90000"/>
        </a:lnSpc>
        <a:spcBef>
          <a:spcPct val="0"/>
        </a:spcBef>
        <a:buNone/>
        <a:defRPr sz="34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977" indent="-179977" algn="l" defTabSz="71990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204" kern="1200">
          <a:solidFill>
            <a:schemeClr val="tx1"/>
          </a:solidFill>
          <a:latin typeface="+mn-lt"/>
          <a:ea typeface="+mn-ea"/>
          <a:cs typeface="+mn-cs"/>
        </a:defRPr>
      </a:lvl1pPr>
      <a:lvl2pPr marL="539930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884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37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619791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97974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339698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699652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305960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1pPr>
      <a:lvl2pPr marL="35995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719907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07986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43981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79976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15972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519675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287962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A145931E-33A6-4E5B-F969-0B6D134B48EE}"/>
              </a:ext>
            </a:extLst>
          </p:cNvPr>
          <p:cNvSpPr/>
          <p:nvPr/>
        </p:nvSpPr>
        <p:spPr>
          <a:xfrm>
            <a:off x="1770968" y="1092989"/>
            <a:ext cx="1557867" cy="54864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Start</a:t>
            </a:r>
          </a:p>
        </p:txBody>
      </p:sp>
      <p:sp>
        <p:nvSpPr>
          <p:cNvPr id="7" name="Data 6">
            <a:extLst>
              <a:ext uri="{FF2B5EF4-FFF2-40B4-BE49-F238E27FC236}">
                <a16:creationId xmlns:a16="http://schemas.microsoft.com/office/drawing/2014/main" id="{B0C54ADD-3524-CE80-EEDC-B9849F1487A2}"/>
              </a:ext>
            </a:extLst>
          </p:cNvPr>
          <p:cNvSpPr/>
          <p:nvPr/>
        </p:nvSpPr>
        <p:spPr>
          <a:xfrm>
            <a:off x="4710797" y="3184088"/>
            <a:ext cx="1646192" cy="769106"/>
          </a:xfrm>
          <a:prstGeom prst="flowChartInputOutpu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Stored</a:t>
            </a:r>
          </a:p>
          <a:p>
            <a:pPr algn="ctr"/>
            <a:r>
              <a:rPr lang="en-US" sz="1200" dirty="0" err="1"/>
              <a:t>EarthData</a:t>
            </a:r>
            <a:r>
              <a:rPr lang="en-US" sz="1200" dirty="0"/>
              <a:t> Credentials</a:t>
            </a:r>
          </a:p>
          <a:p>
            <a:pPr algn="ctr"/>
            <a:r>
              <a:rPr lang="en-US" sz="1200" dirty="0"/>
              <a:t>(Optional)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6AD058-6568-0DD4-7856-F9BCE8A84419}"/>
              </a:ext>
            </a:extLst>
          </p:cNvPr>
          <p:cNvSpPr/>
          <p:nvPr/>
        </p:nvSpPr>
        <p:spPr>
          <a:xfrm>
            <a:off x="3745818" y="4434911"/>
            <a:ext cx="1405580" cy="6006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EarthData</a:t>
            </a:r>
            <a:r>
              <a:rPr lang="en-US" sz="1200" dirty="0"/>
              <a:t> Authentication</a:t>
            </a:r>
          </a:p>
          <a:p>
            <a:pPr algn="ctr"/>
            <a:r>
              <a:rPr lang="en-US" sz="1200" dirty="0"/>
              <a:t>(interactive)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3BB935-D7CA-F8E6-36E2-18BF7306C0AE}"/>
              </a:ext>
            </a:extLst>
          </p:cNvPr>
          <p:cNvSpPr/>
          <p:nvPr/>
        </p:nvSpPr>
        <p:spPr>
          <a:xfrm>
            <a:off x="968507" y="3756378"/>
            <a:ext cx="1393840" cy="4349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Get Bounding Box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9F5E00-4613-88B4-96C6-651E524144A0}"/>
              </a:ext>
            </a:extLst>
          </p:cNvPr>
          <p:cNvSpPr/>
          <p:nvPr/>
        </p:nvSpPr>
        <p:spPr>
          <a:xfrm>
            <a:off x="3734214" y="5257294"/>
            <a:ext cx="1428785" cy="4554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Query Granules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467E41-2967-79B3-2598-5D023B3C0D4B}"/>
              </a:ext>
            </a:extLst>
          </p:cNvPr>
          <p:cNvSpPr/>
          <p:nvPr/>
        </p:nvSpPr>
        <p:spPr>
          <a:xfrm>
            <a:off x="2404389" y="7017335"/>
            <a:ext cx="1428785" cy="548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Download Granules</a:t>
            </a:r>
          </a:p>
        </p:txBody>
      </p:sp>
      <p:sp>
        <p:nvSpPr>
          <p:cNvPr id="19" name="Decision 18">
            <a:extLst>
              <a:ext uri="{FF2B5EF4-FFF2-40B4-BE49-F238E27FC236}">
                <a16:creationId xmlns:a16="http://schemas.microsoft.com/office/drawing/2014/main" id="{AC5E4B0E-6AE2-A5DF-CFD2-B063B0411EBD}"/>
              </a:ext>
            </a:extLst>
          </p:cNvPr>
          <p:cNvSpPr/>
          <p:nvPr/>
        </p:nvSpPr>
        <p:spPr>
          <a:xfrm>
            <a:off x="3585875" y="5935814"/>
            <a:ext cx="1725461" cy="963431"/>
          </a:xfrm>
          <a:prstGeom prst="flowChartDecision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Query Returns Granules?</a:t>
            </a:r>
          </a:p>
        </p:txBody>
      </p: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48FCC5DA-049A-B675-9382-EFEC8FC9A5E5}"/>
              </a:ext>
            </a:extLst>
          </p:cNvPr>
          <p:cNvCxnSpPr>
            <a:cxnSpLocks/>
            <a:stCxn id="6" idx="4"/>
            <a:endCxn id="21" idx="0"/>
          </p:cNvCxnSpPr>
          <p:nvPr/>
        </p:nvCxnSpPr>
        <p:spPr>
          <a:xfrm rot="5400000">
            <a:off x="2418464" y="1773067"/>
            <a:ext cx="262876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83FB002-B76F-19E1-E7E7-C8F38A633EEF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 flipH="1">
            <a:off x="4448607" y="5035570"/>
            <a:ext cx="1" cy="2217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567DE838-8108-5832-C075-F717FD4F47BA}"/>
              </a:ext>
            </a:extLst>
          </p:cNvPr>
          <p:cNvCxnSpPr>
            <a:cxnSpLocks/>
            <a:stCxn id="11" idx="2"/>
            <a:endCxn id="19" idx="0"/>
          </p:cNvCxnSpPr>
          <p:nvPr/>
        </p:nvCxnSpPr>
        <p:spPr>
          <a:xfrm flipH="1">
            <a:off x="4448606" y="5712705"/>
            <a:ext cx="1" cy="2231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C29ABD0F-9EE2-304A-89DA-C314F63BF409}"/>
              </a:ext>
            </a:extLst>
          </p:cNvPr>
          <p:cNvCxnSpPr>
            <a:cxnSpLocks/>
            <a:stCxn id="19" idx="1"/>
            <a:endCxn id="12" idx="0"/>
          </p:cNvCxnSpPr>
          <p:nvPr/>
        </p:nvCxnSpPr>
        <p:spPr>
          <a:xfrm rot="10800000" flipV="1">
            <a:off x="3118783" y="6417529"/>
            <a:ext cx="467093" cy="59980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464A22E7-5F6B-D4FD-80DB-47ABF5E47A44}"/>
              </a:ext>
            </a:extLst>
          </p:cNvPr>
          <p:cNvCxnSpPr>
            <a:cxnSpLocks/>
            <a:stCxn id="19" idx="3"/>
            <a:endCxn id="90" idx="0"/>
          </p:cNvCxnSpPr>
          <p:nvPr/>
        </p:nvCxnSpPr>
        <p:spPr>
          <a:xfrm flipH="1">
            <a:off x="3117824" y="6417530"/>
            <a:ext cx="2193512" cy="1500902"/>
          </a:xfrm>
          <a:prstGeom prst="bentConnector4">
            <a:avLst>
              <a:gd name="adj1" fmla="val -10422"/>
              <a:gd name="adj2" fmla="val 8657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Oval 99">
            <a:extLst>
              <a:ext uri="{FF2B5EF4-FFF2-40B4-BE49-F238E27FC236}">
                <a16:creationId xmlns:a16="http://schemas.microsoft.com/office/drawing/2014/main" id="{EBE2E4D7-230D-4471-DEAF-694A7F93B2DE}"/>
              </a:ext>
            </a:extLst>
          </p:cNvPr>
          <p:cNvSpPr/>
          <p:nvPr/>
        </p:nvSpPr>
        <p:spPr>
          <a:xfrm>
            <a:off x="4054860" y="8910022"/>
            <a:ext cx="1491727" cy="648597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Finish</a:t>
            </a:r>
          </a:p>
        </p:txBody>
      </p:sp>
      <p:cxnSp>
        <p:nvCxnSpPr>
          <p:cNvPr id="129" name="Elbow Connector 128">
            <a:extLst>
              <a:ext uri="{FF2B5EF4-FFF2-40B4-BE49-F238E27FC236}">
                <a16:creationId xmlns:a16="http://schemas.microsoft.com/office/drawing/2014/main" id="{B3B2B892-79D4-CEA5-11FB-0F09676B9494}"/>
              </a:ext>
            </a:extLst>
          </p:cNvPr>
          <p:cNvCxnSpPr>
            <a:cxnSpLocks/>
            <a:stCxn id="7" idx="3"/>
            <a:endCxn id="9" idx="3"/>
          </p:cNvCxnSpPr>
          <p:nvPr/>
        </p:nvCxnSpPr>
        <p:spPr>
          <a:xfrm rot="5400000">
            <a:off x="4869313" y="4235279"/>
            <a:ext cx="782047" cy="21787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F6D0166C-A3D6-23B9-99A0-020911043B39}"/>
              </a:ext>
            </a:extLst>
          </p:cNvPr>
          <p:cNvCxnSpPr>
            <a:cxnSpLocks/>
            <a:stCxn id="12" idx="2"/>
            <a:endCxn id="90" idx="0"/>
          </p:cNvCxnSpPr>
          <p:nvPr/>
        </p:nvCxnSpPr>
        <p:spPr>
          <a:xfrm flipH="1">
            <a:off x="3117824" y="7565975"/>
            <a:ext cx="958" cy="3524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7" name="TextBox 236">
            <a:extLst>
              <a:ext uri="{FF2B5EF4-FFF2-40B4-BE49-F238E27FC236}">
                <a16:creationId xmlns:a16="http://schemas.microsoft.com/office/drawing/2014/main" id="{D878C76F-69D7-9475-91EC-88BE46FE3B6E}"/>
              </a:ext>
            </a:extLst>
          </p:cNvPr>
          <p:cNvSpPr txBox="1"/>
          <p:nvPr/>
        </p:nvSpPr>
        <p:spPr>
          <a:xfrm>
            <a:off x="5266368" y="6140530"/>
            <a:ext cx="5418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False</a:t>
            </a: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87A06F57-3EDE-A4AB-CC8E-EAC395E977DA}"/>
              </a:ext>
            </a:extLst>
          </p:cNvPr>
          <p:cNvSpPr txBox="1"/>
          <p:nvPr/>
        </p:nvSpPr>
        <p:spPr>
          <a:xfrm>
            <a:off x="1451802" y="342951"/>
            <a:ext cx="45880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/>
              <a:t>earthaccess_download.py</a:t>
            </a:r>
            <a:endParaRPr lang="en-US" sz="2800" b="1" dirty="0"/>
          </a:p>
          <a:p>
            <a:endParaRPr lang="en-US" sz="2800" dirty="0"/>
          </a:p>
        </p:txBody>
      </p:sp>
      <p:cxnSp>
        <p:nvCxnSpPr>
          <p:cNvPr id="267" name="Elbow Connector 266">
            <a:extLst>
              <a:ext uri="{FF2B5EF4-FFF2-40B4-BE49-F238E27FC236}">
                <a16:creationId xmlns:a16="http://schemas.microsoft.com/office/drawing/2014/main" id="{C4958A66-F84C-BC6B-11DA-2D7FB2152EB9}"/>
              </a:ext>
            </a:extLst>
          </p:cNvPr>
          <p:cNvCxnSpPr>
            <a:cxnSpLocks/>
            <a:stCxn id="10" idx="2"/>
            <a:endCxn id="9" idx="0"/>
          </p:cNvCxnSpPr>
          <p:nvPr/>
        </p:nvCxnSpPr>
        <p:spPr>
          <a:xfrm rot="16200000" flipH="1">
            <a:off x="2935215" y="2921517"/>
            <a:ext cx="243605" cy="278318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Data 15">
            <a:extLst>
              <a:ext uri="{FF2B5EF4-FFF2-40B4-BE49-F238E27FC236}">
                <a16:creationId xmlns:a16="http://schemas.microsoft.com/office/drawing/2014/main" id="{0F6C1EA2-C7E6-75AB-C87B-7034A3134C49}"/>
              </a:ext>
            </a:extLst>
          </p:cNvPr>
          <p:cNvSpPr/>
          <p:nvPr/>
        </p:nvSpPr>
        <p:spPr>
          <a:xfrm>
            <a:off x="2639996" y="3756378"/>
            <a:ext cx="1522511" cy="436210"/>
          </a:xfrm>
          <a:prstGeom prst="flowChartInputOutpu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Download Directory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7A1F698-E9F2-7138-0485-D07C1FD1AF74}"/>
              </a:ext>
            </a:extLst>
          </p:cNvPr>
          <p:cNvSpPr/>
          <p:nvPr/>
        </p:nvSpPr>
        <p:spPr>
          <a:xfrm>
            <a:off x="1847111" y="1904505"/>
            <a:ext cx="1405580" cy="4554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Read Config</a:t>
            </a:r>
          </a:p>
        </p:txBody>
      </p:sp>
      <p:sp>
        <p:nvSpPr>
          <p:cNvPr id="25" name="Data 24">
            <a:extLst>
              <a:ext uri="{FF2B5EF4-FFF2-40B4-BE49-F238E27FC236}">
                <a16:creationId xmlns:a16="http://schemas.microsoft.com/office/drawing/2014/main" id="{F128131B-9B7F-CED4-A429-06DF94E4B099}"/>
              </a:ext>
            </a:extLst>
          </p:cNvPr>
          <p:cNvSpPr/>
          <p:nvPr/>
        </p:nvSpPr>
        <p:spPr>
          <a:xfrm>
            <a:off x="2684600" y="3146508"/>
            <a:ext cx="1522511" cy="436210"/>
          </a:xfrm>
          <a:prstGeom prst="flowChartInputOutpu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Date Range</a:t>
            </a:r>
          </a:p>
        </p:txBody>
      </p:sp>
      <p:sp>
        <p:nvSpPr>
          <p:cNvPr id="26" name="Data 25">
            <a:extLst>
              <a:ext uri="{FF2B5EF4-FFF2-40B4-BE49-F238E27FC236}">
                <a16:creationId xmlns:a16="http://schemas.microsoft.com/office/drawing/2014/main" id="{687A426F-9AF8-CFA7-19BE-EACC6205BAF2}"/>
              </a:ext>
            </a:extLst>
          </p:cNvPr>
          <p:cNvSpPr/>
          <p:nvPr/>
        </p:nvSpPr>
        <p:spPr>
          <a:xfrm>
            <a:off x="2690646" y="2536650"/>
            <a:ext cx="1620000" cy="436185"/>
          </a:xfrm>
          <a:prstGeom prst="flowChartInputOutpu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Choice of Dataset(s)</a:t>
            </a:r>
          </a:p>
        </p:txBody>
      </p:sp>
      <p:sp>
        <p:nvSpPr>
          <p:cNvPr id="27" name="Data 26">
            <a:extLst>
              <a:ext uri="{FF2B5EF4-FFF2-40B4-BE49-F238E27FC236}">
                <a16:creationId xmlns:a16="http://schemas.microsoft.com/office/drawing/2014/main" id="{E490C668-930E-3A26-5E72-A3DA2AA676DE}"/>
              </a:ext>
            </a:extLst>
          </p:cNvPr>
          <p:cNvSpPr/>
          <p:nvPr/>
        </p:nvSpPr>
        <p:spPr>
          <a:xfrm>
            <a:off x="930474" y="2536641"/>
            <a:ext cx="1476000" cy="436185"/>
          </a:xfrm>
          <a:prstGeom prst="flowChartInputOutpu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AOI Polygon(s)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F0181B6-DCB3-D272-959C-B7123D7D90C6}"/>
              </a:ext>
            </a:extLst>
          </p:cNvPr>
          <p:cNvSpPr/>
          <p:nvPr/>
        </p:nvSpPr>
        <p:spPr>
          <a:xfrm>
            <a:off x="968507" y="3147790"/>
            <a:ext cx="1405580" cy="4349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Read Geometry</a:t>
            </a:r>
          </a:p>
        </p:txBody>
      </p:sp>
      <p:cxnSp>
        <p:nvCxnSpPr>
          <p:cNvPr id="58" name="Elbow Connector 57">
            <a:extLst>
              <a:ext uri="{FF2B5EF4-FFF2-40B4-BE49-F238E27FC236}">
                <a16:creationId xmlns:a16="http://schemas.microsoft.com/office/drawing/2014/main" id="{64FC10A1-8C64-50D4-F10E-65B0CC8DE024}"/>
              </a:ext>
            </a:extLst>
          </p:cNvPr>
          <p:cNvCxnSpPr>
            <a:cxnSpLocks/>
            <a:stCxn id="25" idx="5"/>
            <a:endCxn id="9" idx="0"/>
          </p:cNvCxnSpPr>
          <p:nvPr/>
        </p:nvCxnSpPr>
        <p:spPr>
          <a:xfrm>
            <a:off x="4054860" y="3364613"/>
            <a:ext cx="393748" cy="107029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Elbow Connector 60">
            <a:extLst>
              <a:ext uri="{FF2B5EF4-FFF2-40B4-BE49-F238E27FC236}">
                <a16:creationId xmlns:a16="http://schemas.microsoft.com/office/drawing/2014/main" id="{3B2E7D68-72A2-BF13-73A2-A1C3A966D29C}"/>
              </a:ext>
            </a:extLst>
          </p:cNvPr>
          <p:cNvCxnSpPr>
            <a:cxnSpLocks/>
            <a:stCxn id="16" idx="5"/>
            <a:endCxn id="9" idx="0"/>
          </p:cNvCxnSpPr>
          <p:nvPr/>
        </p:nvCxnSpPr>
        <p:spPr>
          <a:xfrm>
            <a:off x="4010256" y="3974483"/>
            <a:ext cx="438352" cy="46042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54515171-7FA8-8415-4282-C292A7ECCCEA}"/>
              </a:ext>
            </a:extLst>
          </p:cNvPr>
          <p:cNvCxnSpPr>
            <a:cxnSpLocks/>
            <a:stCxn id="27" idx="4"/>
            <a:endCxn id="29" idx="0"/>
          </p:cNvCxnSpPr>
          <p:nvPr/>
        </p:nvCxnSpPr>
        <p:spPr>
          <a:xfrm>
            <a:off x="1668474" y="2972826"/>
            <a:ext cx="2823" cy="1749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5F35EC3F-FF65-F831-1EC2-996F5BEA05E6}"/>
              </a:ext>
            </a:extLst>
          </p:cNvPr>
          <p:cNvSpPr txBox="1"/>
          <p:nvPr/>
        </p:nvSpPr>
        <p:spPr>
          <a:xfrm>
            <a:off x="3194291" y="6160969"/>
            <a:ext cx="4710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True</a:t>
            </a:r>
          </a:p>
        </p:txBody>
      </p:sp>
      <p:sp>
        <p:nvSpPr>
          <p:cNvPr id="90" name="Decision 89">
            <a:extLst>
              <a:ext uri="{FF2B5EF4-FFF2-40B4-BE49-F238E27FC236}">
                <a16:creationId xmlns:a16="http://schemas.microsoft.com/office/drawing/2014/main" id="{1044DDE0-4143-601F-C8FA-1B24EE439C54}"/>
              </a:ext>
            </a:extLst>
          </p:cNvPr>
          <p:cNvSpPr/>
          <p:nvPr/>
        </p:nvSpPr>
        <p:spPr>
          <a:xfrm>
            <a:off x="2066618" y="7918432"/>
            <a:ext cx="2102411" cy="963432"/>
          </a:xfrm>
          <a:prstGeom prst="flowChartDecision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Download Complete for all Datasets?</a:t>
            </a:r>
          </a:p>
        </p:txBody>
      </p:sp>
      <p:cxnSp>
        <p:nvCxnSpPr>
          <p:cNvPr id="101" name="Elbow Connector 100">
            <a:extLst>
              <a:ext uri="{FF2B5EF4-FFF2-40B4-BE49-F238E27FC236}">
                <a16:creationId xmlns:a16="http://schemas.microsoft.com/office/drawing/2014/main" id="{221AF978-65AB-AF1C-EF54-AFF932EBC59D}"/>
              </a:ext>
            </a:extLst>
          </p:cNvPr>
          <p:cNvCxnSpPr>
            <a:cxnSpLocks/>
            <a:stCxn id="90" idx="3"/>
            <a:endCxn id="100" idx="0"/>
          </p:cNvCxnSpPr>
          <p:nvPr/>
        </p:nvCxnSpPr>
        <p:spPr>
          <a:xfrm>
            <a:off x="4169029" y="8400148"/>
            <a:ext cx="631695" cy="50987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Elbow Connector 103">
            <a:extLst>
              <a:ext uri="{FF2B5EF4-FFF2-40B4-BE49-F238E27FC236}">
                <a16:creationId xmlns:a16="http://schemas.microsoft.com/office/drawing/2014/main" id="{7C69A6B9-E661-9415-436A-77742E16A84E}"/>
              </a:ext>
            </a:extLst>
          </p:cNvPr>
          <p:cNvCxnSpPr>
            <a:cxnSpLocks/>
            <a:stCxn id="90" idx="1"/>
            <a:endCxn id="11" idx="0"/>
          </p:cNvCxnSpPr>
          <p:nvPr/>
        </p:nvCxnSpPr>
        <p:spPr>
          <a:xfrm rot="10800000" flipH="1">
            <a:off x="2066617" y="5257294"/>
            <a:ext cx="2381989" cy="3142854"/>
          </a:xfrm>
          <a:prstGeom prst="bentConnector4">
            <a:avLst>
              <a:gd name="adj1" fmla="val -21698"/>
              <a:gd name="adj2" fmla="val 10411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Elbow Connector 122">
            <a:extLst>
              <a:ext uri="{FF2B5EF4-FFF2-40B4-BE49-F238E27FC236}">
                <a16:creationId xmlns:a16="http://schemas.microsoft.com/office/drawing/2014/main" id="{B1C5D120-BE0F-0DAC-47D1-88E07BBFBFF6}"/>
              </a:ext>
            </a:extLst>
          </p:cNvPr>
          <p:cNvCxnSpPr>
            <a:cxnSpLocks/>
            <a:stCxn id="21" idx="2"/>
            <a:endCxn id="26" idx="2"/>
          </p:cNvCxnSpPr>
          <p:nvPr/>
        </p:nvCxnSpPr>
        <p:spPr>
          <a:xfrm rot="16200000" flipH="1">
            <a:off x="2503859" y="2405956"/>
            <a:ext cx="394828" cy="30274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Elbow Connector 127">
            <a:extLst>
              <a:ext uri="{FF2B5EF4-FFF2-40B4-BE49-F238E27FC236}">
                <a16:creationId xmlns:a16="http://schemas.microsoft.com/office/drawing/2014/main" id="{E7A42BF5-7CEC-D028-DB7B-DFCCB6998D89}"/>
              </a:ext>
            </a:extLst>
          </p:cNvPr>
          <p:cNvCxnSpPr>
            <a:cxnSpLocks/>
            <a:stCxn id="26" idx="5"/>
            <a:endCxn id="9" idx="0"/>
          </p:cNvCxnSpPr>
          <p:nvPr/>
        </p:nvCxnSpPr>
        <p:spPr>
          <a:xfrm>
            <a:off x="4148646" y="2754743"/>
            <a:ext cx="299962" cy="168016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Elbow Connector 131">
            <a:extLst>
              <a:ext uri="{FF2B5EF4-FFF2-40B4-BE49-F238E27FC236}">
                <a16:creationId xmlns:a16="http://schemas.microsoft.com/office/drawing/2014/main" id="{DBC89480-B864-16BB-6623-1E0F0E8016B1}"/>
              </a:ext>
            </a:extLst>
          </p:cNvPr>
          <p:cNvCxnSpPr>
            <a:cxnSpLocks/>
            <a:stCxn id="21" idx="2"/>
            <a:endCxn id="25" idx="2"/>
          </p:cNvCxnSpPr>
          <p:nvPr/>
        </p:nvCxnSpPr>
        <p:spPr>
          <a:xfrm rot="16200000" flipH="1">
            <a:off x="2191027" y="2718789"/>
            <a:ext cx="1004698" cy="28695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Elbow Connector 134">
            <a:extLst>
              <a:ext uri="{FF2B5EF4-FFF2-40B4-BE49-F238E27FC236}">
                <a16:creationId xmlns:a16="http://schemas.microsoft.com/office/drawing/2014/main" id="{C1081BE9-BC74-B839-E12E-CE7D28EE486D}"/>
              </a:ext>
            </a:extLst>
          </p:cNvPr>
          <p:cNvCxnSpPr>
            <a:cxnSpLocks/>
            <a:stCxn id="21" idx="2"/>
            <a:endCxn id="16" idx="2"/>
          </p:cNvCxnSpPr>
          <p:nvPr/>
        </p:nvCxnSpPr>
        <p:spPr>
          <a:xfrm rot="16200000" flipH="1">
            <a:off x="1863790" y="3046026"/>
            <a:ext cx="1614568" cy="24234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Elbow Connector 137">
            <a:extLst>
              <a:ext uri="{FF2B5EF4-FFF2-40B4-BE49-F238E27FC236}">
                <a16:creationId xmlns:a16="http://schemas.microsoft.com/office/drawing/2014/main" id="{2AD33D7F-6EC2-0D41-B057-F408B6773CD3}"/>
              </a:ext>
            </a:extLst>
          </p:cNvPr>
          <p:cNvCxnSpPr>
            <a:cxnSpLocks/>
            <a:stCxn id="21" idx="2"/>
            <a:endCxn id="27" idx="5"/>
          </p:cNvCxnSpPr>
          <p:nvPr/>
        </p:nvCxnSpPr>
        <p:spPr>
          <a:xfrm rot="5400000">
            <a:off x="2206979" y="2411811"/>
            <a:ext cx="394819" cy="2910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4" name="TextBox 283">
            <a:extLst>
              <a:ext uri="{FF2B5EF4-FFF2-40B4-BE49-F238E27FC236}">
                <a16:creationId xmlns:a16="http://schemas.microsoft.com/office/drawing/2014/main" id="{858A76BF-4178-8D1D-0124-C2CA18AB0AF2}"/>
              </a:ext>
            </a:extLst>
          </p:cNvPr>
          <p:cNvSpPr txBox="1"/>
          <p:nvPr/>
        </p:nvSpPr>
        <p:spPr>
          <a:xfrm>
            <a:off x="4212203" y="8153260"/>
            <a:ext cx="4710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True</a:t>
            </a: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D2B26E25-C296-5E97-F2B8-DDD5875092D5}"/>
              </a:ext>
            </a:extLst>
          </p:cNvPr>
          <p:cNvSpPr txBox="1"/>
          <p:nvPr/>
        </p:nvSpPr>
        <p:spPr>
          <a:xfrm>
            <a:off x="1533487" y="8137229"/>
            <a:ext cx="5418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False</a:t>
            </a:r>
          </a:p>
        </p:txBody>
      </p:sp>
      <p:cxnSp>
        <p:nvCxnSpPr>
          <p:cNvPr id="287" name="Straight Arrow Connector 286">
            <a:extLst>
              <a:ext uri="{FF2B5EF4-FFF2-40B4-BE49-F238E27FC236}">
                <a16:creationId xmlns:a16="http://schemas.microsoft.com/office/drawing/2014/main" id="{587D9391-9475-9A61-21F0-241C6B9AE3EC}"/>
              </a:ext>
            </a:extLst>
          </p:cNvPr>
          <p:cNvCxnSpPr>
            <a:cxnSpLocks/>
            <a:stCxn id="29" idx="2"/>
            <a:endCxn id="10" idx="0"/>
          </p:cNvCxnSpPr>
          <p:nvPr/>
        </p:nvCxnSpPr>
        <p:spPr>
          <a:xfrm flipH="1">
            <a:off x="1665427" y="3582718"/>
            <a:ext cx="5870" cy="1736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663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5832B-21C6-2D1E-E6DB-A6A63A4DD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7269815D-3F1D-7368-2F27-D78B8B675126}"/>
              </a:ext>
            </a:extLst>
          </p:cNvPr>
          <p:cNvSpPr/>
          <p:nvPr/>
        </p:nvSpPr>
        <p:spPr>
          <a:xfrm>
            <a:off x="1095515" y="978141"/>
            <a:ext cx="1120904" cy="430688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Start</a:t>
            </a:r>
          </a:p>
        </p:txBody>
      </p:sp>
      <p:sp>
        <p:nvSpPr>
          <p:cNvPr id="3" name="Data 2">
            <a:extLst>
              <a:ext uri="{FF2B5EF4-FFF2-40B4-BE49-F238E27FC236}">
                <a16:creationId xmlns:a16="http://schemas.microsoft.com/office/drawing/2014/main" id="{6829167C-FB92-68B6-0C43-0396430F06FF}"/>
              </a:ext>
            </a:extLst>
          </p:cNvPr>
          <p:cNvSpPr/>
          <p:nvPr/>
        </p:nvSpPr>
        <p:spPr>
          <a:xfrm>
            <a:off x="4248278" y="1375973"/>
            <a:ext cx="1275127" cy="423226"/>
          </a:xfrm>
          <a:prstGeom prst="flowChartInputOutpu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Read H5 File</a:t>
            </a:r>
          </a:p>
        </p:txBody>
      </p:sp>
      <p:sp>
        <p:nvSpPr>
          <p:cNvPr id="5" name="Decision 4">
            <a:extLst>
              <a:ext uri="{FF2B5EF4-FFF2-40B4-BE49-F238E27FC236}">
                <a16:creationId xmlns:a16="http://schemas.microsoft.com/office/drawing/2014/main" id="{5E622B27-32D0-05DA-BB75-11746AAB7A10}"/>
              </a:ext>
            </a:extLst>
          </p:cNvPr>
          <p:cNvSpPr/>
          <p:nvPr/>
        </p:nvSpPr>
        <p:spPr>
          <a:xfrm>
            <a:off x="4019882" y="5174619"/>
            <a:ext cx="1731934" cy="831718"/>
          </a:xfrm>
          <a:prstGeom prst="flowChartDecision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All H5 Files Complete?</a:t>
            </a:r>
          </a:p>
        </p:txBody>
      </p:sp>
      <p:sp>
        <p:nvSpPr>
          <p:cNvPr id="21" name="Decision 20">
            <a:extLst>
              <a:ext uri="{FF2B5EF4-FFF2-40B4-BE49-F238E27FC236}">
                <a16:creationId xmlns:a16="http://schemas.microsoft.com/office/drawing/2014/main" id="{AE49120D-652F-0573-7529-D83B02497F3D}"/>
              </a:ext>
            </a:extLst>
          </p:cNvPr>
          <p:cNvSpPr/>
          <p:nvPr/>
        </p:nvSpPr>
        <p:spPr>
          <a:xfrm>
            <a:off x="4019882" y="4148967"/>
            <a:ext cx="1731934" cy="772834"/>
          </a:xfrm>
          <a:prstGeom prst="flowChartDecision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All Beams Complete?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16B792F-1A83-AB6A-2AF0-E79BA47F2291}"/>
              </a:ext>
            </a:extLst>
          </p:cNvPr>
          <p:cNvSpPr/>
          <p:nvPr/>
        </p:nvSpPr>
        <p:spPr>
          <a:xfrm>
            <a:off x="4190550" y="3628008"/>
            <a:ext cx="1390602" cy="3466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Convert Beam Data to Pandas </a:t>
            </a:r>
            <a:r>
              <a:rPr lang="en-US" sz="1000" dirty="0" err="1"/>
              <a:t>DataFrame</a:t>
            </a:r>
            <a:endParaRPr lang="en-US" sz="1000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8732DAB-C816-0756-E963-94F315604391}"/>
              </a:ext>
            </a:extLst>
          </p:cNvPr>
          <p:cNvCxnSpPr>
            <a:cxnSpLocks/>
            <a:stCxn id="3" idx="4"/>
            <a:endCxn id="498" idx="0"/>
          </p:cNvCxnSpPr>
          <p:nvPr/>
        </p:nvCxnSpPr>
        <p:spPr>
          <a:xfrm>
            <a:off x="4885842" y="1799199"/>
            <a:ext cx="0" cy="2656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AEC10185-AACE-826E-3884-8DD93219B853}"/>
              </a:ext>
            </a:extLst>
          </p:cNvPr>
          <p:cNvCxnSpPr>
            <a:cxnSpLocks/>
            <a:stCxn id="5" idx="3"/>
            <a:endCxn id="3" idx="5"/>
          </p:cNvCxnSpPr>
          <p:nvPr/>
        </p:nvCxnSpPr>
        <p:spPr>
          <a:xfrm flipH="1" flipV="1">
            <a:off x="5395892" y="1587586"/>
            <a:ext cx="355924" cy="4002892"/>
          </a:xfrm>
          <a:prstGeom prst="bentConnector3">
            <a:avLst>
              <a:gd name="adj1" fmla="val -13962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50539CFE-3D74-56BF-B22B-4231286346C8}"/>
              </a:ext>
            </a:extLst>
          </p:cNvPr>
          <p:cNvCxnSpPr>
            <a:cxnSpLocks/>
            <a:stCxn id="20" idx="2"/>
            <a:endCxn id="58" idx="2"/>
          </p:cNvCxnSpPr>
          <p:nvPr/>
        </p:nvCxnSpPr>
        <p:spPr>
          <a:xfrm rot="16200000" flipH="1">
            <a:off x="1400043" y="2238643"/>
            <a:ext cx="803630" cy="29178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id="{A7B2B3FC-346C-FD71-1DCC-C9E0E7251FCD}"/>
              </a:ext>
            </a:extLst>
          </p:cNvPr>
          <p:cNvCxnSpPr>
            <a:cxnSpLocks/>
            <a:stCxn id="20" idx="2"/>
            <a:endCxn id="456" idx="2"/>
          </p:cNvCxnSpPr>
          <p:nvPr/>
        </p:nvCxnSpPr>
        <p:spPr>
          <a:xfrm rot="16200000" flipH="1">
            <a:off x="1142539" y="2496148"/>
            <a:ext cx="1308119" cy="28126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Elbow Connector 238">
            <a:extLst>
              <a:ext uri="{FF2B5EF4-FFF2-40B4-BE49-F238E27FC236}">
                <a16:creationId xmlns:a16="http://schemas.microsoft.com/office/drawing/2014/main" id="{4F3A82C5-C223-B2A3-1509-395BE2842F19}"/>
              </a:ext>
            </a:extLst>
          </p:cNvPr>
          <p:cNvCxnSpPr>
            <a:cxnSpLocks/>
            <a:stCxn id="21" idx="3"/>
            <a:endCxn id="498" idx="0"/>
          </p:cNvCxnSpPr>
          <p:nvPr/>
        </p:nvCxnSpPr>
        <p:spPr>
          <a:xfrm flipH="1" flipV="1">
            <a:off x="4885842" y="2064817"/>
            <a:ext cx="865974" cy="2470567"/>
          </a:xfrm>
          <a:prstGeom prst="bentConnector4">
            <a:avLst>
              <a:gd name="adj1" fmla="val -41319"/>
              <a:gd name="adj2" fmla="val 10643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Arrow Connector 241">
            <a:extLst>
              <a:ext uri="{FF2B5EF4-FFF2-40B4-BE49-F238E27FC236}">
                <a16:creationId xmlns:a16="http://schemas.microsoft.com/office/drawing/2014/main" id="{E890FFB2-6CBC-69C7-C120-D7C3F1034C56}"/>
              </a:ext>
            </a:extLst>
          </p:cNvPr>
          <p:cNvCxnSpPr>
            <a:cxnSpLocks/>
            <a:stCxn id="498" idx="2"/>
            <a:endCxn id="480" idx="0"/>
          </p:cNvCxnSpPr>
          <p:nvPr/>
        </p:nvCxnSpPr>
        <p:spPr>
          <a:xfrm>
            <a:off x="4885842" y="2411433"/>
            <a:ext cx="9" cy="1810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Arrow Connector 244">
            <a:extLst>
              <a:ext uri="{FF2B5EF4-FFF2-40B4-BE49-F238E27FC236}">
                <a16:creationId xmlns:a16="http://schemas.microsoft.com/office/drawing/2014/main" id="{96D9C295-CA52-5AC0-94A1-D7479132EBF4}"/>
              </a:ext>
            </a:extLst>
          </p:cNvPr>
          <p:cNvCxnSpPr>
            <a:cxnSpLocks/>
            <a:stCxn id="26" idx="2"/>
            <a:endCxn id="21" idx="0"/>
          </p:cNvCxnSpPr>
          <p:nvPr/>
        </p:nvCxnSpPr>
        <p:spPr>
          <a:xfrm flipH="1">
            <a:off x="4885849" y="3974624"/>
            <a:ext cx="2" cy="1743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Arrow Connector 250">
            <a:extLst>
              <a:ext uri="{FF2B5EF4-FFF2-40B4-BE49-F238E27FC236}">
                <a16:creationId xmlns:a16="http://schemas.microsoft.com/office/drawing/2014/main" id="{81E2EBC1-21C6-17F9-FC0E-98C839F5B803}"/>
              </a:ext>
            </a:extLst>
          </p:cNvPr>
          <p:cNvCxnSpPr>
            <a:cxnSpLocks/>
            <a:stCxn id="21" idx="2"/>
            <a:endCxn id="5" idx="0"/>
          </p:cNvCxnSpPr>
          <p:nvPr/>
        </p:nvCxnSpPr>
        <p:spPr>
          <a:xfrm>
            <a:off x="4885849" y="4921801"/>
            <a:ext cx="0" cy="2528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5" name="Rectangle 254">
            <a:extLst>
              <a:ext uri="{FF2B5EF4-FFF2-40B4-BE49-F238E27FC236}">
                <a16:creationId xmlns:a16="http://schemas.microsoft.com/office/drawing/2014/main" id="{42FE2F0C-8F97-4A3E-A856-E887993A547E}"/>
              </a:ext>
            </a:extLst>
          </p:cNvPr>
          <p:cNvSpPr/>
          <p:nvPr/>
        </p:nvSpPr>
        <p:spPr>
          <a:xfrm>
            <a:off x="4190541" y="6253474"/>
            <a:ext cx="1390602" cy="3466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Concatenate Filtered </a:t>
            </a:r>
            <a:r>
              <a:rPr lang="en-US" sz="1000" dirty="0" err="1"/>
              <a:t>DataFrames</a:t>
            </a:r>
            <a:endParaRPr lang="en-US" sz="1000" dirty="0"/>
          </a:p>
        </p:txBody>
      </p:sp>
      <p:sp>
        <p:nvSpPr>
          <p:cNvPr id="258" name="Data 257">
            <a:extLst>
              <a:ext uri="{FF2B5EF4-FFF2-40B4-BE49-F238E27FC236}">
                <a16:creationId xmlns:a16="http://schemas.microsoft.com/office/drawing/2014/main" id="{2C5DB700-F351-8971-585B-2D8833F7C8B2}"/>
              </a:ext>
            </a:extLst>
          </p:cNvPr>
          <p:cNvSpPr/>
          <p:nvPr/>
        </p:nvSpPr>
        <p:spPr>
          <a:xfrm>
            <a:off x="1777127" y="4609450"/>
            <a:ext cx="1390602" cy="379074"/>
          </a:xfrm>
          <a:prstGeom prst="flowChartInputOutpu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AOI Polygon(s)</a:t>
            </a:r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D599CFDF-2931-7F5E-F8DB-D4E6959CF8FF}"/>
              </a:ext>
            </a:extLst>
          </p:cNvPr>
          <p:cNvSpPr/>
          <p:nvPr/>
        </p:nvSpPr>
        <p:spPr>
          <a:xfrm>
            <a:off x="4190550" y="3116285"/>
            <a:ext cx="1390602" cy="3466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Apply Filters</a:t>
            </a:r>
          </a:p>
        </p:txBody>
      </p:sp>
      <p:cxnSp>
        <p:nvCxnSpPr>
          <p:cNvPr id="275" name="Straight Arrow Connector 274">
            <a:extLst>
              <a:ext uri="{FF2B5EF4-FFF2-40B4-BE49-F238E27FC236}">
                <a16:creationId xmlns:a16="http://schemas.microsoft.com/office/drawing/2014/main" id="{7B0AC4F0-D62A-6414-6F06-2E709CD40C62}"/>
              </a:ext>
            </a:extLst>
          </p:cNvPr>
          <p:cNvCxnSpPr>
            <a:cxnSpLocks/>
            <a:stCxn id="259" idx="2"/>
            <a:endCxn id="26" idx="0"/>
          </p:cNvCxnSpPr>
          <p:nvPr/>
        </p:nvCxnSpPr>
        <p:spPr>
          <a:xfrm>
            <a:off x="4885851" y="3462901"/>
            <a:ext cx="0" cy="1651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Elbow Connector 277">
            <a:extLst>
              <a:ext uri="{FF2B5EF4-FFF2-40B4-BE49-F238E27FC236}">
                <a16:creationId xmlns:a16="http://schemas.microsoft.com/office/drawing/2014/main" id="{A8F6502F-AD2F-1A5A-1E98-F5B11DE651AC}"/>
              </a:ext>
            </a:extLst>
          </p:cNvPr>
          <p:cNvCxnSpPr>
            <a:cxnSpLocks/>
            <a:stCxn id="20" idx="2"/>
            <a:endCxn id="258" idx="2"/>
          </p:cNvCxnSpPr>
          <p:nvPr/>
        </p:nvCxnSpPr>
        <p:spPr>
          <a:xfrm rot="16200000" flipH="1">
            <a:off x="377944" y="3260743"/>
            <a:ext cx="2816267" cy="26022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Elbow Connector 280">
            <a:extLst>
              <a:ext uri="{FF2B5EF4-FFF2-40B4-BE49-F238E27FC236}">
                <a16:creationId xmlns:a16="http://schemas.microsoft.com/office/drawing/2014/main" id="{C342646E-867D-B35B-A7CF-C29768C9292E}"/>
              </a:ext>
            </a:extLst>
          </p:cNvPr>
          <p:cNvCxnSpPr>
            <a:cxnSpLocks/>
            <a:stCxn id="456" idx="5"/>
            <a:endCxn id="259" idx="1"/>
          </p:cNvCxnSpPr>
          <p:nvPr/>
        </p:nvCxnSpPr>
        <p:spPr>
          <a:xfrm flipV="1">
            <a:off x="3049711" y="3289593"/>
            <a:ext cx="1140839" cy="124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Arrow Connector 291">
            <a:extLst>
              <a:ext uri="{FF2B5EF4-FFF2-40B4-BE49-F238E27FC236}">
                <a16:creationId xmlns:a16="http://schemas.microsoft.com/office/drawing/2014/main" id="{A9C7F4CE-C287-AEDE-4781-AB5F8DB471B4}"/>
              </a:ext>
            </a:extLst>
          </p:cNvPr>
          <p:cNvCxnSpPr>
            <a:cxnSpLocks/>
            <a:stCxn id="5" idx="2"/>
            <a:endCxn id="255" idx="0"/>
          </p:cNvCxnSpPr>
          <p:nvPr/>
        </p:nvCxnSpPr>
        <p:spPr>
          <a:xfrm flipH="1">
            <a:off x="4885842" y="6006337"/>
            <a:ext cx="7" cy="2471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Straight Arrow Connector 297">
            <a:extLst>
              <a:ext uri="{FF2B5EF4-FFF2-40B4-BE49-F238E27FC236}">
                <a16:creationId xmlns:a16="http://schemas.microsoft.com/office/drawing/2014/main" id="{972B4D10-7DF7-8AC3-5DA9-221417BEE99B}"/>
              </a:ext>
            </a:extLst>
          </p:cNvPr>
          <p:cNvCxnSpPr>
            <a:cxnSpLocks/>
            <a:stCxn id="480" idx="2"/>
            <a:endCxn id="259" idx="0"/>
          </p:cNvCxnSpPr>
          <p:nvPr/>
        </p:nvCxnSpPr>
        <p:spPr>
          <a:xfrm>
            <a:off x="4885851" y="2939100"/>
            <a:ext cx="0" cy="1771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Elbow Connector 300">
            <a:extLst>
              <a:ext uri="{FF2B5EF4-FFF2-40B4-BE49-F238E27FC236}">
                <a16:creationId xmlns:a16="http://schemas.microsoft.com/office/drawing/2014/main" id="{27BF6D61-ACE0-D203-0C65-18FF2D84A9F6}"/>
              </a:ext>
            </a:extLst>
          </p:cNvPr>
          <p:cNvCxnSpPr>
            <a:cxnSpLocks/>
            <a:stCxn id="457" idx="5"/>
            <a:endCxn id="259" idx="1"/>
          </p:cNvCxnSpPr>
          <p:nvPr/>
        </p:nvCxnSpPr>
        <p:spPr>
          <a:xfrm flipV="1">
            <a:off x="3049711" y="3289593"/>
            <a:ext cx="1140839" cy="50514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Elbow Connector 310">
            <a:extLst>
              <a:ext uri="{FF2B5EF4-FFF2-40B4-BE49-F238E27FC236}">
                <a16:creationId xmlns:a16="http://schemas.microsoft.com/office/drawing/2014/main" id="{11B1A6DF-BBD4-DC3A-F652-33D551DC8CE8}"/>
              </a:ext>
            </a:extLst>
          </p:cNvPr>
          <p:cNvCxnSpPr>
            <a:cxnSpLocks/>
            <a:stCxn id="20" idx="2"/>
            <a:endCxn id="63" idx="2"/>
          </p:cNvCxnSpPr>
          <p:nvPr/>
        </p:nvCxnSpPr>
        <p:spPr>
          <a:xfrm rot="16200000" flipH="1">
            <a:off x="1650005" y="1988681"/>
            <a:ext cx="303706" cy="29178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1" name="TextBox 450">
            <a:extLst>
              <a:ext uri="{FF2B5EF4-FFF2-40B4-BE49-F238E27FC236}">
                <a16:creationId xmlns:a16="http://schemas.microsoft.com/office/drawing/2014/main" id="{57AEA704-5F49-C71B-84FF-E50F011FCEFF}"/>
              </a:ext>
            </a:extLst>
          </p:cNvPr>
          <p:cNvSpPr txBox="1"/>
          <p:nvPr/>
        </p:nvSpPr>
        <p:spPr>
          <a:xfrm>
            <a:off x="1756591" y="183560"/>
            <a:ext cx="372385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/>
              <a:t>process_sat_lidar.py</a:t>
            </a:r>
            <a:endParaRPr lang="en-US" sz="2800" b="1" dirty="0"/>
          </a:p>
          <a:p>
            <a:endParaRPr lang="en-US" sz="1600" dirty="0"/>
          </a:p>
        </p:txBody>
      </p: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68A77CF8-49C2-8913-B118-F932E6385628}"/>
              </a:ext>
            </a:extLst>
          </p:cNvPr>
          <p:cNvCxnSpPr>
            <a:cxnSpLocks/>
            <a:stCxn id="462" idx="5"/>
            <a:endCxn id="259" idx="1"/>
          </p:cNvCxnSpPr>
          <p:nvPr/>
        </p:nvCxnSpPr>
        <p:spPr>
          <a:xfrm flipV="1">
            <a:off x="3049711" y="3289593"/>
            <a:ext cx="1140839" cy="101140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8" name="TextBox 457">
            <a:extLst>
              <a:ext uri="{FF2B5EF4-FFF2-40B4-BE49-F238E27FC236}">
                <a16:creationId xmlns:a16="http://schemas.microsoft.com/office/drawing/2014/main" id="{FD638AD4-EAD3-0869-80F1-E3564477DC7C}"/>
              </a:ext>
            </a:extLst>
          </p:cNvPr>
          <p:cNvSpPr txBox="1"/>
          <p:nvPr/>
        </p:nvSpPr>
        <p:spPr>
          <a:xfrm>
            <a:off x="4847553" y="4926273"/>
            <a:ext cx="4283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True</a:t>
            </a:r>
          </a:p>
        </p:txBody>
      </p:sp>
      <p:sp>
        <p:nvSpPr>
          <p:cNvPr id="459" name="TextBox 458">
            <a:extLst>
              <a:ext uri="{FF2B5EF4-FFF2-40B4-BE49-F238E27FC236}">
                <a16:creationId xmlns:a16="http://schemas.microsoft.com/office/drawing/2014/main" id="{5A16CA3B-B555-EF9D-4FD4-15D1A3EB7EA1}"/>
              </a:ext>
            </a:extLst>
          </p:cNvPr>
          <p:cNvSpPr txBox="1"/>
          <p:nvPr/>
        </p:nvSpPr>
        <p:spPr>
          <a:xfrm>
            <a:off x="4847063" y="5969882"/>
            <a:ext cx="4283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True</a:t>
            </a:r>
          </a:p>
        </p:txBody>
      </p:sp>
      <p:sp>
        <p:nvSpPr>
          <p:cNvPr id="460" name="TextBox 459">
            <a:extLst>
              <a:ext uri="{FF2B5EF4-FFF2-40B4-BE49-F238E27FC236}">
                <a16:creationId xmlns:a16="http://schemas.microsoft.com/office/drawing/2014/main" id="{0BCE6FDB-3C9A-5BB8-0037-B2D89D57F1F0}"/>
              </a:ext>
            </a:extLst>
          </p:cNvPr>
          <p:cNvSpPr txBox="1"/>
          <p:nvPr/>
        </p:nvSpPr>
        <p:spPr>
          <a:xfrm>
            <a:off x="5689745" y="4330394"/>
            <a:ext cx="4844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False</a:t>
            </a:r>
          </a:p>
        </p:txBody>
      </p:sp>
      <p:sp>
        <p:nvSpPr>
          <p:cNvPr id="461" name="TextBox 460">
            <a:extLst>
              <a:ext uri="{FF2B5EF4-FFF2-40B4-BE49-F238E27FC236}">
                <a16:creationId xmlns:a16="http://schemas.microsoft.com/office/drawing/2014/main" id="{A866307F-B9D9-1909-B20A-6E3D3CA09C33}"/>
              </a:ext>
            </a:extLst>
          </p:cNvPr>
          <p:cNvSpPr txBox="1"/>
          <p:nvPr/>
        </p:nvSpPr>
        <p:spPr>
          <a:xfrm>
            <a:off x="5720211" y="5371089"/>
            <a:ext cx="4844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False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11780E8-86D7-EFE6-65D9-940C7270A460}"/>
              </a:ext>
            </a:extLst>
          </p:cNvPr>
          <p:cNvSpPr/>
          <p:nvPr/>
        </p:nvSpPr>
        <p:spPr>
          <a:xfrm>
            <a:off x="960666" y="1603646"/>
            <a:ext cx="1390602" cy="379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Read Config</a:t>
            </a:r>
          </a:p>
        </p:txBody>
      </p:sp>
      <p:sp>
        <p:nvSpPr>
          <p:cNvPr id="58" name="Data 57">
            <a:extLst>
              <a:ext uri="{FF2B5EF4-FFF2-40B4-BE49-F238E27FC236}">
                <a16:creationId xmlns:a16="http://schemas.microsoft.com/office/drawing/2014/main" id="{7D3E49AC-1971-F4CB-CF79-E7981D6729CA}"/>
              </a:ext>
            </a:extLst>
          </p:cNvPr>
          <p:cNvSpPr/>
          <p:nvPr/>
        </p:nvSpPr>
        <p:spPr>
          <a:xfrm>
            <a:off x="1808690" y="2596813"/>
            <a:ext cx="1390602" cy="379074"/>
          </a:xfrm>
          <a:prstGeom prst="flowChartInputOutpu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Download Directory</a:t>
            </a:r>
          </a:p>
        </p:txBody>
      </p:sp>
      <p:sp>
        <p:nvSpPr>
          <p:cNvPr id="63" name="Data 62">
            <a:extLst>
              <a:ext uri="{FF2B5EF4-FFF2-40B4-BE49-F238E27FC236}">
                <a16:creationId xmlns:a16="http://schemas.microsoft.com/office/drawing/2014/main" id="{46E8813B-CEF1-05CA-D4D6-0994136D15E9}"/>
              </a:ext>
            </a:extLst>
          </p:cNvPr>
          <p:cNvSpPr/>
          <p:nvPr/>
        </p:nvSpPr>
        <p:spPr>
          <a:xfrm>
            <a:off x="1808690" y="2096889"/>
            <a:ext cx="1390602" cy="379074"/>
          </a:xfrm>
          <a:prstGeom prst="flowChartInputOutpu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Choice of Dataset(s)</a:t>
            </a:r>
          </a:p>
        </p:txBody>
      </p:sp>
      <p:sp>
        <p:nvSpPr>
          <p:cNvPr id="456" name="Data 455">
            <a:extLst>
              <a:ext uri="{FF2B5EF4-FFF2-40B4-BE49-F238E27FC236}">
                <a16:creationId xmlns:a16="http://schemas.microsoft.com/office/drawing/2014/main" id="{8C932F59-ABC8-9107-CB2D-643D6765E0BA}"/>
              </a:ext>
            </a:extLst>
          </p:cNvPr>
          <p:cNvSpPr/>
          <p:nvPr/>
        </p:nvSpPr>
        <p:spPr>
          <a:xfrm>
            <a:off x="1798169" y="3101302"/>
            <a:ext cx="1390602" cy="379074"/>
          </a:xfrm>
          <a:prstGeom prst="flowChartInputOutpu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Beam Type</a:t>
            </a:r>
          </a:p>
          <a:p>
            <a:pPr algn="ctr"/>
            <a:r>
              <a:rPr lang="en-US" sz="1000" dirty="0"/>
              <a:t>(ICESat-2)</a:t>
            </a:r>
          </a:p>
        </p:txBody>
      </p:sp>
      <p:sp>
        <p:nvSpPr>
          <p:cNvPr id="457" name="Data 456">
            <a:extLst>
              <a:ext uri="{FF2B5EF4-FFF2-40B4-BE49-F238E27FC236}">
                <a16:creationId xmlns:a16="http://schemas.microsoft.com/office/drawing/2014/main" id="{D88B962E-3404-8FF6-5C1B-3D427B28F90B}"/>
              </a:ext>
            </a:extLst>
          </p:cNvPr>
          <p:cNvSpPr/>
          <p:nvPr/>
        </p:nvSpPr>
        <p:spPr>
          <a:xfrm>
            <a:off x="1798169" y="3605205"/>
            <a:ext cx="1390602" cy="379074"/>
          </a:xfrm>
          <a:prstGeom prst="flowChartInputOutpu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Night Flag</a:t>
            </a:r>
          </a:p>
          <a:p>
            <a:pPr algn="ctr"/>
            <a:r>
              <a:rPr lang="en-US" sz="1000" dirty="0"/>
              <a:t>(ICESat-2)</a:t>
            </a:r>
          </a:p>
        </p:txBody>
      </p:sp>
      <p:sp>
        <p:nvSpPr>
          <p:cNvPr id="462" name="Data 461">
            <a:extLst>
              <a:ext uri="{FF2B5EF4-FFF2-40B4-BE49-F238E27FC236}">
                <a16:creationId xmlns:a16="http://schemas.microsoft.com/office/drawing/2014/main" id="{508D966C-9B8A-4C43-68E1-EC7D59DDA671}"/>
              </a:ext>
            </a:extLst>
          </p:cNvPr>
          <p:cNvSpPr/>
          <p:nvPr/>
        </p:nvSpPr>
        <p:spPr>
          <a:xfrm>
            <a:off x="1798169" y="4111462"/>
            <a:ext cx="1390602" cy="379074"/>
          </a:xfrm>
          <a:prstGeom prst="flowChartInputOutpu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Quality Flag</a:t>
            </a:r>
          </a:p>
          <a:p>
            <a:pPr algn="ctr"/>
            <a:r>
              <a:rPr lang="en-US" sz="1000" dirty="0"/>
              <a:t>(GEDI)</a:t>
            </a:r>
          </a:p>
        </p:txBody>
      </p:sp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36C89E52-2C9B-7DCC-20AD-2F17A55CCA8A}"/>
              </a:ext>
            </a:extLst>
          </p:cNvPr>
          <p:cNvCxnSpPr>
            <a:cxnSpLocks/>
            <a:stCxn id="6" idx="4"/>
            <a:endCxn id="20" idx="0"/>
          </p:cNvCxnSpPr>
          <p:nvPr/>
        </p:nvCxnSpPr>
        <p:spPr>
          <a:xfrm>
            <a:off x="1655967" y="1408829"/>
            <a:ext cx="0" cy="1948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0" name="Rectangle 479">
            <a:extLst>
              <a:ext uri="{FF2B5EF4-FFF2-40B4-BE49-F238E27FC236}">
                <a16:creationId xmlns:a16="http://schemas.microsoft.com/office/drawing/2014/main" id="{A76926D4-5DAC-3237-CBEF-43BBFCE7C7D0}"/>
              </a:ext>
            </a:extLst>
          </p:cNvPr>
          <p:cNvSpPr/>
          <p:nvPr/>
        </p:nvSpPr>
        <p:spPr>
          <a:xfrm>
            <a:off x="4190550" y="2592484"/>
            <a:ext cx="1390602" cy="3466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Remove Observations </a:t>
            </a:r>
          </a:p>
          <a:p>
            <a:pPr algn="ctr"/>
            <a:r>
              <a:rPr lang="en-US" sz="1000" dirty="0"/>
              <a:t>&gt; 10 km Elevation</a:t>
            </a:r>
          </a:p>
        </p:txBody>
      </p:sp>
      <p:cxnSp>
        <p:nvCxnSpPr>
          <p:cNvPr id="492" name="Elbow Connector 491">
            <a:extLst>
              <a:ext uri="{FF2B5EF4-FFF2-40B4-BE49-F238E27FC236}">
                <a16:creationId xmlns:a16="http://schemas.microsoft.com/office/drawing/2014/main" id="{6B239B98-21E0-1F1E-05B8-CB87D5852669}"/>
              </a:ext>
            </a:extLst>
          </p:cNvPr>
          <p:cNvCxnSpPr>
            <a:cxnSpLocks/>
            <a:stCxn id="20" idx="2"/>
            <a:endCxn id="457" idx="2"/>
          </p:cNvCxnSpPr>
          <p:nvPr/>
        </p:nvCxnSpPr>
        <p:spPr>
          <a:xfrm rot="16200000" flipH="1">
            <a:off x="890587" y="2748100"/>
            <a:ext cx="1812022" cy="28126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5" name="Elbow Connector 494">
            <a:extLst>
              <a:ext uri="{FF2B5EF4-FFF2-40B4-BE49-F238E27FC236}">
                <a16:creationId xmlns:a16="http://schemas.microsoft.com/office/drawing/2014/main" id="{6F80DE4B-4BEB-DED3-B4A3-82B47A609BFD}"/>
              </a:ext>
            </a:extLst>
          </p:cNvPr>
          <p:cNvCxnSpPr>
            <a:cxnSpLocks/>
            <a:stCxn id="20" idx="2"/>
            <a:endCxn id="462" idx="2"/>
          </p:cNvCxnSpPr>
          <p:nvPr/>
        </p:nvCxnSpPr>
        <p:spPr>
          <a:xfrm rot="16200000" flipH="1">
            <a:off x="637459" y="3001228"/>
            <a:ext cx="2318279" cy="28126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8" name="Rectangle 497">
            <a:extLst>
              <a:ext uri="{FF2B5EF4-FFF2-40B4-BE49-F238E27FC236}">
                <a16:creationId xmlns:a16="http://schemas.microsoft.com/office/drawing/2014/main" id="{4EC9C517-7AE2-D7DC-B45F-016409C638DF}"/>
              </a:ext>
            </a:extLst>
          </p:cNvPr>
          <p:cNvSpPr/>
          <p:nvPr/>
        </p:nvSpPr>
        <p:spPr>
          <a:xfrm>
            <a:off x="4190541" y="2064817"/>
            <a:ext cx="1390602" cy="3466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Extract Canopy Height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DD732743-8AF3-B9A3-4AFD-2DF04346971E}"/>
              </a:ext>
            </a:extLst>
          </p:cNvPr>
          <p:cNvSpPr/>
          <p:nvPr/>
        </p:nvSpPr>
        <p:spPr>
          <a:xfrm>
            <a:off x="1777127" y="5766880"/>
            <a:ext cx="1390602" cy="3466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Spatial Join </a:t>
            </a:r>
          </a:p>
          <a:p>
            <a:pPr algn="ctr"/>
            <a:r>
              <a:rPr lang="en-US" sz="1000" dirty="0"/>
              <a:t>(Within 8 or 12.5 m)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E4F1CF01-6219-8A30-8424-4FD6C1D31596}"/>
              </a:ext>
            </a:extLst>
          </p:cNvPr>
          <p:cNvSpPr/>
          <p:nvPr/>
        </p:nvSpPr>
        <p:spPr>
          <a:xfrm>
            <a:off x="1777127" y="5187573"/>
            <a:ext cx="1390602" cy="379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Read Geometry</a:t>
            </a:r>
          </a:p>
        </p:txBody>
      </p:sp>
      <p:cxnSp>
        <p:nvCxnSpPr>
          <p:cNvPr id="101" name="Elbow Connector 100">
            <a:extLst>
              <a:ext uri="{FF2B5EF4-FFF2-40B4-BE49-F238E27FC236}">
                <a16:creationId xmlns:a16="http://schemas.microsoft.com/office/drawing/2014/main" id="{1E3F6C6D-CB5F-0505-120E-AB12FF2B9A6F}"/>
              </a:ext>
            </a:extLst>
          </p:cNvPr>
          <p:cNvCxnSpPr>
            <a:cxnSpLocks/>
            <a:stCxn id="255" idx="1"/>
            <a:endCxn id="90" idx="0"/>
          </p:cNvCxnSpPr>
          <p:nvPr/>
        </p:nvCxnSpPr>
        <p:spPr>
          <a:xfrm rot="10800000">
            <a:off x="2472429" y="5766881"/>
            <a:ext cx="1718113" cy="659903"/>
          </a:xfrm>
          <a:prstGeom prst="bentConnector4">
            <a:avLst>
              <a:gd name="adj1" fmla="val 29766"/>
              <a:gd name="adj2" fmla="val 11807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Rectangle 107">
            <a:extLst>
              <a:ext uri="{FF2B5EF4-FFF2-40B4-BE49-F238E27FC236}">
                <a16:creationId xmlns:a16="http://schemas.microsoft.com/office/drawing/2014/main" id="{7FC96BA0-A4E7-C1D4-4A9D-908899F2AAC7}"/>
              </a:ext>
            </a:extLst>
          </p:cNvPr>
          <p:cNvSpPr/>
          <p:nvPr/>
        </p:nvSpPr>
        <p:spPr>
          <a:xfrm>
            <a:off x="2106801" y="8135672"/>
            <a:ext cx="1390602" cy="4918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Compare Aggregated Canopy Heights Between Datasets</a:t>
            </a:r>
          </a:p>
        </p:txBody>
      </p:sp>
      <p:sp>
        <p:nvSpPr>
          <p:cNvPr id="109" name="Decision 108">
            <a:extLst>
              <a:ext uri="{FF2B5EF4-FFF2-40B4-BE49-F238E27FC236}">
                <a16:creationId xmlns:a16="http://schemas.microsoft.com/office/drawing/2014/main" id="{F2BA5234-0099-F38E-B48B-FC7EC64C236A}"/>
              </a:ext>
            </a:extLst>
          </p:cNvPr>
          <p:cNvSpPr/>
          <p:nvPr/>
        </p:nvSpPr>
        <p:spPr>
          <a:xfrm>
            <a:off x="2951879" y="7019704"/>
            <a:ext cx="1933954" cy="772834"/>
          </a:xfrm>
          <a:prstGeom prst="flowChartDecision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Both Datasets not Empty?</a:t>
            </a:r>
          </a:p>
        </p:txBody>
      </p:sp>
      <p:cxnSp>
        <p:nvCxnSpPr>
          <p:cNvPr id="253" name="Elbow Connector 252">
            <a:extLst>
              <a:ext uri="{FF2B5EF4-FFF2-40B4-BE49-F238E27FC236}">
                <a16:creationId xmlns:a16="http://schemas.microsoft.com/office/drawing/2014/main" id="{74B0D255-21A0-5B69-D25B-CD8ED971EA89}"/>
              </a:ext>
            </a:extLst>
          </p:cNvPr>
          <p:cNvCxnSpPr>
            <a:cxnSpLocks/>
            <a:stCxn id="58" idx="5"/>
            <a:endCxn id="3" idx="1"/>
          </p:cNvCxnSpPr>
          <p:nvPr/>
        </p:nvCxnSpPr>
        <p:spPr>
          <a:xfrm flipV="1">
            <a:off x="3060232" y="1375973"/>
            <a:ext cx="1825610" cy="1410377"/>
          </a:xfrm>
          <a:prstGeom prst="bentConnector4">
            <a:avLst>
              <a:gd name="adj1" fmla="val 28730"/>
              <a:gd name="adj2" fmla="val 11620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Elbow Connector 267">
            <a:extLst>
              <a:ext uri="{FF2B5EF4-FFF2-40B4-BE49-F238E27FC236}">
                <a16:creationId xmlns:a16="http://schemas.microsoft.com/office/drawing/2014/main" id="{D3CBD6CB-6BFA-C2FA-C8BC-BD748B8A35C0}"/>
              </a:ext>
            </a:extLst>
          </p:cNvPr>
          <p:cNvCxnSpPr>
            <a:cxnSpLocks/>
            <a:stCxn id="63" idx="5"/>
            <a:endCxn id="3" idx="1"/>
          </p:cNvCxnSpPr>
          <p:nvPr/>
        </p:nvCxnSpPr>
        <p:spPr>
          <a:xfrm flipV="1">
            <a:off x="3060232" y="1375973"/>
            <a:ext cx="1825610" cy="910453"/>
          </a:xfrm>
          <a:prstGeom prst="bentConnector4">
            <a:avLst>
              <a:gd name="adj1" fmla="val 28730"/>
              <a:gd name="adj2" fmla="val 12510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Elbow Connector 278">
            <a:extLst>
              <a:ext uri="{FF2B5EF4-FFF2-40B4-BE49-F238E27FC236}">
                <a16:creationId xmlns:a16="http://schemas.microsoft.com/office/drawing/2014/main" id="{DC3392AD-A6FE-E558-1FA3-E881072DE01B}"/>
              </a:ext>
            </a:extLst>
          </p:cNvPr>
          <p:cNvCxnSpPr>
            <a:cxnSpLocks/>
            <a:stCxn id="109" idx="1"/>
            <a:endCxn id="108" idx="0"/>
          </p:cNvCxnSpPr>
          <p:nvPr/>
        </p:nvCxnSpPr>
        <p:spPr>
          <a:xfrm rot="10800000" flipV="1">
            <a:off x="2802103" y="7406120"/>
            <a:ext cx="149777" cy="72955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0" name="Rectangle 289">
            <a:extLst>
              <a:ext uri="{FF2B5EF4-FFF2-40B4-BE49-F238E27FC236}">
                <a16:creationId xmlns:a16="http://schemas.microsoft.com/office/drawing/2014/main" id="{10E1DFD5-1AB9-3E6B-D770-60F4640EB57E}"/>
              </a:ext>
            </a:extLst>
          </p:cNvPr>
          <p:cNvSpPr/>
          <p:nvPr/>
        </p:nvSpPr>
        <p:spPr>
          <a:xfrm>
            <a:off x="1777120" y="6300376"/>
            <a:ext cx="1390602" cy="3466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Calculate Basic Statistics</a:t>
            </a:r>
          </a:p>
        </p:txBody>
      </p:sp>
      <p:cxnSp>
        <p:nvCxnSpPr>
          <p:cNvPr id="300" name="Elbow Connector 299">
            <a:extLst>
              <a:ext uri="{FF2B5EF4-FFF2-40B4-BE49-F238E27FC236}">
                <a16:creationId xmlns:a16="http://schemas.microsoft.com/office/drawing/2014/main" id="{E51A68A7-B58B-BA58-9DD9-FDEB703D3613}"/>
              </a:ext>
            </a:extLst>
          </p:cNvPr>
          <p:cNvCxnSpPr>
            <a:cxnSpLocks/>
            <a:stCxn id="290" idx="2"/>
            <a:endCxn id="109" idx="0"/>
          </p:cNvCxnSpPr>
          <p:nvPr/>
        </p:nvCxnSpPr>
        <p:spPr>
          <a:xfrm rot="16200000" flipH="1">
            <a:off x="3009283" y="6110130"/>
            <a:ext cx="372711" cy="144643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5" name="Data 304">
            <a:extLst>
              <a:ext uri="{FF2B5EF4-FFF2-40B4-BE49-F238E27FC236}">
                <a16:creationId xmlns:a16="http://schemas.microsoft.com/office/drawing/2014/main" id="{8BF76F1F-E919-025C-BF65-C1B4F60DE242}"/>
              </a:ext>
            </a:extLst>
          </p:cNvPr>
          <p:cNvSpPr/>
          <p:nvPr/>
        </p:nvSpPr>
        <p:spPr>
          <a:xfrm>
            <a:off x="930859" y="6926436"/>
            <a:ext cx="1724297" cy="557442"/>
          </a:xfrm>
          <a:prstGeom prst="flowChartInputOutpu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Export Formats (CSV, Parquet, Shapefile)</a:t>
            </a: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2CB8C8E6-BABF-E2CB-D631-656FC60E02D2}"/>
              </a:ext>
            </a:extLst>
          </p:cNvPr>
          <p:cNvSpPr/>
          <p:nvPr/>
        </p:nvSpPr>
        <p:spPr>
          <a:xfrm>
            <a:off x="3864301" y="8208288"/>
            <a:ext cx="1390602" cy="3466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Export Aggregated Canopy Heights</a:t>
            </a:r>
          </a:p>
        </p:txBody>
      </p:sp>
      <p:sp>
        <p:nvSpPr>
          <p:cNvPr id="312" name="Oval 311">
            <a:extLst>
              <a:ext uri="{FF2B5EF4-FFF2-40B4-BE49-F238E27FC236}">
                <a16:creationId xmlns:a16="http://schemas.microsoft.com/office/drawing/2014/main" id="{A2E4D356-8A21-3291-8FB9-8DEA762AB103}"/>
              </a:ext>
            </a:extLst>
          </p:cNvPr>
          <p:cNvSpPr/>
          <p:nvPr/>
        </p:nvSpPr>
        <p:spPr>
          <a:xfrm>
            <a:off x="3762958" y="9423790"/>
            <a:ext cx="1591978" cy="617019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Aggregated Canopy Heights</a:t>
            </a:r>
          </a:p>
        </p:txBody>
      </p:sp>
      <p:sp>
        <p:nvSpPr>
          <p:cNvPr id="313" name="Oval 312">
            <a:extLst>
              <a:ext uri="{FF2B5EF4-FFF2-40B4-BE49-F238E27FC236}">
                <a16:creationId xmlns:a16="http://schemas.microsoft.com/office/drawing/2014/main" id="{8DB7A543-9CDC-4FB5-CECC-B6E762E2C57D}"/>
              </a:ext>
            </a:extLst>
          </p:cNvPr>
          <p:cNvSpPr/>
          <p:nvPr/>
        </p:nvSpPr>
        <p:spPr>
          <a:xfrm>
            <a:off x="1005869" y="9432070"/>
            <a:ext cx="1591978" cy="617018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Aggregated Canopy Heights Comparison</a:t>
            </a:r>
          </a:p>
        </p:txBody>
      </p:sp>
      <p:sp>
        <p:nvSpPr>
          <p:cNvPr id="352" name="Rectangle 351">
            <a:extLst>
              <a:ext uri="{FF2B5EF4-FFF2-40B4-BE49-F238E27FC236}">
                <a16:creationId xmlns:a16="http://schemas.microsoft.com/office/drawing/2014/main" id="{ADD9D823-53AB-3657-5C53-C41F5187A458}"/>
              </a:ext>
            </a:extLst>
          </p:cNvPr>
          <p:cNvSpPr/>
          <p:nvPr/>
        </p:nvSpPr>
        <p:spPr>
          <a:xfrm>
            <a:off x="1100406" y="8843358"/>
            <a:ext cx="1390602" cy="3466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Export Comparison</a:t>
            </a:r>
          </a:p>
        </p:txBody>
      </p:sp>
      <p:cxnSp>
        <p:nvCxnSpPr>
          <p:cNvPr id="369" name="Elbow Connector 368">
            <a:extLst>
              <a:ext uri="{FF2B5EF4-FFF2-40B4-BE49-F238E27FC236}">
                <a16:creationId xmlns:a16="http://schemas.microsoft.com/office/drawing/2014/main" id="{602BD2CE-A28C-483C-C82D-207F39366A54}"/>
              </a:ext>
            </a:extLst>
          </p:cNvPr>
          <p:cNvCxnSpPr>
            <a:cxnSpLocks/>
            <a:stCxn id="109" idx="3"/>
            <a:endCxn id="307" idx="3"/>
          </p:cNvCxnSpPr>
          <p:nvPr/>
        </p:nvCxnSpPr>
        <p:spPr>
          <a:xfrm>
            <a:off x="4885833" y="7406121"/>
            <a:ext cx="369070" cy="975476"/>
          </a:xfrm>
          <a:prstGeom prst="bentConnector3">
            <a:avLst>
              <a:gd name="adj1" fmla="val 16193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Elbow Connector 372">
            <a:extLst>
              <a:ext uri="{FF2B5EF4-FFF2-40B4-BE49-F238E27FC236}">
                <a16:creationId xmlns:a16="http://schemas.microsoft.com/office/drawing/2014/main" id="{25BE00DA-EA4B-2908-F4AC-41273BD28BFE}"/>
              </a:ext>
            </a:extLst>
          </p:cNvPr>
          <p:cNvCxnSpPr>
            <a:cxnSpLocks/>
            <a:stCxn id="108" idx="1"/>
            <a:endCxn id="352" idx="0"/>
          </p:cNvCxnSpPr>
          <p:nvPr/>
        </p:nvCxnSpPr>
        <p:spPr>
          <a:xfrm rot="10800000" flipV="1">
            <a:off x="1795707" y="8381598"/>
            <a:ext cx="311094" cy="46176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Elbow Connector 375">
            <a:extLst>
              <a:ext uri="{FF2B5EF4-FFF2-40B4-BE49-F238E27FC236}">
                <a16:creationId xmlns:a16="http://schemas.microsoft.com/office/drawing/2014/main" id="{D1C155BA-2EE4-2E10-8230-001DFDCE0822}"/>
              </a:ext>
            </a:extLst>
          </p:cNvPr>
          <p:cNvCxnSpPr>
            <a:cxnSpLocks/>
            <a:stCxn id="108" idx="3"/>
            <a:endCxn id="307" idx="1"/>
          </p:cNvCxnSpPr>
          <p:nvPr/>
        </p:nvCxnSpPr>
        <p:spPr>
          <a:xfrm flipV="1">
            <a:off x="3497403" y="8381597"/>
            <a:ext cx="366898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Elbow Connector 379">
            <a:extLst>
              <a:ext uri="{FF2B5EF4-FFF2-40B4-BE49-F238E27FC236}">
                <a16:creationId xmlns:a16="http://schemas.microsoft.com/office/drawing/2014/main" id="{9FED2DAF-513B-3DDC-878D-4964C9A22214}"/>
              </a:ext>
            </a:extLst>
          </p:cNvPr>
          <p:cNvCxnSpPr>
            <a:cxnSpLocks/>
            <a:stCxn id="305" idx="3"/>
            <a:endCxn id="352" idx="0"/>
          </p:cNvCxnSpPr>
          <p:nvPr/>
        </p:nvCxnSpPr>
        <p:spPr>
          <a:xfrm rot="16200000" flipH="1">
            <a:off x="1028402" y="8076053"/>
            <a:ext cx="1359480" cy="17512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3" name="Elbow Connector 382">
            <a:extLst>
              <a:ext uri="{FF2B5EF4-FFF2-40B4-BE49-F238E27FC236}">
                <a16:creationId xmlns:a16="http://schemas.microsoft.com/office/drawing/2014/main" id="{3679BB04-EAD1-3582-154C-EBB9C7010BF2}"/>
              </a:ext>
            </a:extLst>
          </p:cNvPr>
          <p:cNvCxnSpPr>
            <a:cxnSpLocks/>
            <a:stCxn id="305" idx="4"/>
            <a:endCxn id="307" idx="0"/>
          </p:cNvCxnSpPr>
          <p:nvPr/>
        </p:nvCxnSpPr>
        <p:spPr>
          <a:xfrm rot="16200000" flipH="1">
            <a:off x="2814100" y="6462786"/>
            <a:ext cx="724410" cy="2766594"/>
          </a:xfrm>
          <a:prstGeom prst="bentConnector3">
            <a:avLst>
              <a:gd name="adj1" fmla="val 5742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1" name="Straight Arrow Connector 520">
            <a:extLst>
              <a:ext uri="{FF2B5EF4-FFF2-40B4-BE49-F238E27FC236}">
                <a16:creationId xmlns:a16="http://schemas.microsoft.com/office/drawing/2014/main" id="{44FFF434-CE35-F494-E89F-517CB190CFF3}"/>
              </a:ext>
            </a:extLst>
          </p:cNvPr>
          <p:cNvCxnSpPr>
            <a:cxnSpLocks/>
            <a:stCxn id="258" idx="4"/>
            <a:endCxn id="95" idx="0"/>
          </p:cNvCxnSpPr>
          <p:nvPr/>
        </p:nvCxnSpPr>
        <p:spPr>
          <a:xfrm>
            <a:off x="2472428" y="4988524"/>
            <a:ext cx="0" cy="1990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6" name="Straight Arrow Connector 535">
            <a:extLst>
              <a:ext uri="{FF2B5EF4-FFF2-40B4-BE49-F238E27FC236}">
                <a16:creationId xmlns:a16="http://schemas.microsoft.com/office/drawing/2014/main" id="{C4E2F159-60FA-6ABA-577E-C32B7B589184}"/>
              </a:ext>
            </a:extLst>
          </p:cNvPr>
          <p:cNvCxnSpPr>
            <a:cxnSpLocks/>
            <a:stCxn id="95" idx="2"/>
            <a:endCxn id="90" idx="0"/>
          </p:cNvCxnSpPr>
          <p:nvPr/>
        </p:nvCxnSpPr>
        <p:spPr>
          <a:xfrm>
            <a:off x="2472428" y="5566647"/>
            <a:ext cx="0" cy="2002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8" name="Elbow Connector 547">
            <a:extLst>
              <a:ext uri="{FF2B5EF4-FFF2-40B4-BE49-F238E27FC236}">
                <a16:creationId xmlns:a16="http://schemas.microsoft.com/office/drawing/2014/main" id="{90E135CB-6FF1-9C27-EA46-8BAB2481B0C9}"/>
              </a:ext>
            </a:extLst>
          </p:cNvPr>
          <p:cNvCxnSpPr>
            <a:cxnSpLocks/>
            <a:stCxn id="20" idx="2"/>
            <a:endCxn id="305" idx="1"/>
          </p:cNvCxnSpPr>
          <p:nvPr/>
        </p:nvCxnSpPr>
        <p:spPr>
          <a:xfrm rot="16200000" flipH="1">
            <a:off x="-747371" y="4386057"/>
            <a:ext cx="4943716" cy="137041"/>
          </a:xfrm>
          <a:prstGeom prst="bentConnector3">
            <a:avLst>
              <a:gd name="adj1" fmla="val 9714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7" name="Straight Arrow Connector 556">
            <a:extLst>
              <a:ext uri="{FF2B5EF4-FFF2-40B4-BE49-F238E27FC236}">
                <a16:creationId xmlns:a16="http://schemas.microsoft.com/office/drawing/2014/main" id="{BA467824-F9EC-CDA0-2277-B6DF820583CA}"/>
              </a:ext>
            </a:extLst>
          </p:cNvPr>
          <p:cNvCxnSpPr>
            <a:cxnSpLocks/>
            <a:stCxn id="90" idx="2"/>
            <a:endCxn id="290" idx="0"/>
          </p:cNvCxnSpPr>
          <p:nvPr/>
        </p:nvCxnSpPr>
        <p:spPr>
          <a:xfrm flipH="1">
            <a:off x="2472421" y="6113497"/>
            <a:ext cx="7" cy="1868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7" name="Straight Arrow Connector 676">
            <a:extLst>
              <a:ext uri="{FF2B5EF4-FFF2-40B4-BE49-F238E27FC236}">
                <a16:creationId xmlns:a16="http://schemas.microsoft.com/office/drawing/2014/main" id="{74E6EDFA-D5E9-01C9-9ACC-98813D79FB3E}"/>
              </a:ext>
            </a:extLst>
          </p:cNvPr>
          <p:cNvCxnSpPr>
            <a:cxnSpLocks/>
            <a:stCxn id="352" idx="2"/>
            <a:endCxn id="313" idx="0"/>
          </p:cNvCxnSpPr>
          <p:nvPr/>
        </p:nvCxnSpPr>
        <p:spPr>
          <a:xfrm>
            <a:off x="1795707" y="9189975"/>
            <a:ext cx="6151" cy="2420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0" name="Straight Arrow Connector 679">
            <a:extLst>
              <a:ext uri="{FF2B5EF4-FFF2-40B4-BE49-F238E27FC236}">
                <a16:creationId xmlns:a16="http://schemas.microsoft.com/office/drawing/2014/main" id="{135B866B-0B8C-9695-10D6-453A72262996}"/>
              </a:ext>
            </a:extLst>
          </p:cNvPr>
          <p:cNvCxnSpPr>
            <a:cxnSpLocks/>
            <a:stCxn id="307" idx="2"/>
            <a:endCxn id="312" idx="0"/>
          </p:cNvCxnSpPr>
          <p:nvPr/>
        </p:nvCxnSpPr>
        <p:spPr>
          <a:xfrm flipH="1">
            <a:off x="4558947" y="8554905"/>
            <a:ext cx="655" cy="8688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8" name="TextBox 687">
            <a:extLst>
              <a:ext uri="{FF2B5EF4-FFF2-40B4-BE49-F238E27FC236}">
                <a16:creationId xmlns:a16="http://schemas.microsoft.com/office/drawing/2014/main" id="{63D096EE-5F34-E5D5-AAEB-400782A9DB95}"/>
              </a:ext>
            </a:extLst>
          </p:cNvPr>
          <p:cNvSpPr txBox="1"/>
          <p:nvPr/>
        </p:nvSpPr>
        <p:spPr>
          <a:xfrm>
            <a:off x="2651289" y="7179128"/>
            <a:ext cx="4283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True</a:t>
            </a:r>
          </a:p>
        </p:txBody>
      </p:sp>
      <p:sp>
        <p:nvSpPr>
          <p:cNvPr id="693" name="TextBox 692">
            <a:extLst>
              <a:ext uri="{FF2B5EF4-FFF2-40B4-BE49-F238E27FC236}">
                <a16:creationId xmlns:a16="http://schemas.microsoft.com/office/drawing/2014/main" id="{8C00BEB5-18C8-35D4-CBFC-C63DE38A2B51}"/>
              </a:ext>
            </a:extLst>
          </p:cNvPr>
          <p:cNvSpPr txBox="1"/>
          <p:nvPr/>
        </p:nvSpPr>
        <p:spPr>
          <a:xfrm>
            <a:off x="4847063" y="7167576"/>
            <a:ext cx="4844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2899523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445</TotalTime>
  <Words>181</Words>
  <Application>Microsoft Macintosh PowerPoint</Application>
  <PresentationFormat>Custom</PresentationFormat>
  <Paragraphs>61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Vincent Ribberink</dc:creator>
  <cp:lastModifiedBy>Vincent Ribberink</cp:lastModifiedBy>
  <cp:revision>30</cp:revision>
  <dcterms:created xsi:type="dcterms:W3CDTF">2026-02-22T00:37:33Z</dcterms:created>
  <dcterms:modified xsi:type="dcterms:W3CDTF">2026-04-06T15:08:48Z</dcterms:modified>
</cp:coreProperties>
</file>